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2.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12.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 name="Shape 58"/>
        <p:cNvGrpSpPr/>
        <p:nvPr/>
      </p:nvGrpSpPr>
      <p:grpSpPr>
        <a:xfrm>
          <a:off x="0" y="0"/>
          <a:ext cx="0" cy="0"/>
          <a:chOff x="0" y="0"/>
          <a:chExt cx="0" cy="0"/>
        </a:xfrm>
      </p:grpSpPr>
      <p:sp>
        <p:nvSpPr>
          <p:cNvPr id="59" name="Google Shape;59;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60" name="Google Shape;60;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 name="Shape 65"/>
        <p:cNvGrpSpPr/>
        <p:nvPr/>
      </p:nvGrpSpPr>
      <p:grpSpPr>
        <a:xfrm>
          <a:off x="0" y="0"/>
          <a:ext cx="0" cy="0"/>
          <a:chOff x="0" y="0"/>
          <a:chExt cx="0" cy="0"/>
        </a:xfrm>
      </p:grpSpPr>
      <p:sp>
        <p:nvSpPr>
          <p:cNvPr id="66" name="Google Shape;66;g313a3852387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7" name="Google Shape;67;g313a3852387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 name="Shape 71"/>
        <p:cNvGrpSpPr/>
        <p:nvPr/>
      </p:nvGrpSpPr>
      <p:grpSpPr>
        <a:xfrm>
          <a:off x="0" y="0"/>
          <a:ext cx="0" cy="0"/>
          <a:chOff x="0" y="0"/>
          <a:chExt cx="0" cy="0"/>
        </a:xfrm>
      </p:grpSpPr>
      <p:sp>
        <p:nvSpPr>
          <p:cNvPr id="72" name="Google Shape;72;g313abada8fa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3" name="Google Shape;73;g313abada8fa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 name="Shape 79"/>
        <p:cNvGrpSpPr/>
        <p:nvPr/>
      </p:nvGrpSpPr>
      <p:grpSpPr>
        <a:xfrm>
          <a:off x="0" y="0"/>
          <a:ext cx="0" cy="0"/>
          <a:chOff x="0" y="0"/>
          <a:chExt cx="0" cy="0"/>
        </a:xfrm>
      </p:grpSpPr>
      <p:sp>
        <p:nvSpPr>
          <p:cNvPr id="80" name="Google Shape;80;g313a3852387_0_23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1" name="Google Shape;81;g313a3852387_0_23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 name="Shape 87"/>
        <p:cNvGrpSpPr/>
        <p:nvPr/>
      </p:nvGrpSpPr>
      <p:grpSpPr>
        <a:xfrm>
          <a:off x="0" y="0"/>
          <a:ext cx="0" cy="0"/>
          <a:chOff x="0" y="0"/>
          <a:chExt cx="0" cy="0"/>
        </a:xfrm>
      </p:grpSpPr>
      <p:sp>
        <p:nvSpPr>
          <p:cNvPr id="88" name="Google Shape;88;g313aefe1c99_1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9" name="Google Shape;89;g313aefe1c99_1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g313a3852387_0_23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5" name="Google Shape;95;g313a3852387_0_23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g313a3852387_0_23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2" name="Google Shape;102;g313a3852387_0_23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a:solidFill>
                  <a:schemeClr val="dk1"/>
                </a:solidFill>
              </a:rPr>
              <a:t>After this we looked closer at unarmed and not attacking individuals by race. We focus on just Hispanic, Black, and White populations as they were the only ones with sufficient number of data points to meet both of these conditions.</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g313a3852387_0_24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8" name="Google Shape;108;g313a3852387_0_24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g313a3852387_0_238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5" name="Google Shape;115;g313a3852387_0_23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g313a3852387_0_240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1" name="Google Shape;121;g313a3852387_0_24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g313a3852387_0_24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7" name="Google Shape;127;g313a3852387_0_24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a:solidFill>
                  <a:schemeClr val="dk1"/>
                </a:solidFill>
              </a:rPr>
              <a:t>]</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g313a3852387_0_24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4" name="Google Shape;134;g313a3852387_0_24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p:nvPr/>
        </p:nvSpPr>
        <p:spPr>
          <a:xfrm>
            <a:off x="2744013" y="756700"/>
            <a:ext cx="1081625" cy="1124950"/>
          </a:xfrm>
          <a:custGeom>
            <a:rect b="b" l="l" r="r" t="t"/>
            <a:pathLst>
              <a:path extrusionOk="0" h="44998" w="43265">
                <a:moveTo>
                  <a:pt x="0" y="44998"/>
                </a:moveTo>
                <a:lnTo>
                  <a:pt x="0" y="0"/>
                </a:lnTo>
                <a:lnTo>
                  <a:pt x="43265" y="0"/>
                </a:lnTo>
              </a:path>
            </a:pathLst>
          </a:custGeom>
          <a:noFill/>
          <a:ln cap="flat" cmpd="sng" w="28575">
            <a:solidFill>
              <a:schemeClr val="lt2"/>
            </a:solidFill>
            <a:prstDash val="solid"/>
            <a:miter lim="8000"/>
            <a:headEnd len="sm" w="sm" type="none"/>
            <a:tailEnd len="sm" w="sm" type="none"/>
          </a:ln>
        </p:spPr>
      </p:sp>
      <p:sp>
        <p:nvSpPr>
          <p:cNvPr id="11" name="Google Shape;11;p2"/>
          <p:cNvSpPr/>
          <p:nvPr/>
        </p:nvSpPr>
        <p:spPr>
          <a:xfrm rot="10800000">
            <a:off x="5318350" y="3266725"/>
            <a:ext cx="1081625" cy="1124950"/>
          </a:xfrm>
          <a:custGeom>
            <a:rect b="b" l="l" r="r" t="t"/>
            <a:pathLst>
              <a:path extrusionOk="0" h="44998" w="43265">
                <a:moveTo>
                  <a:pt x="0" y="44998"/>
                </a:moveTo>
                <a:lnTo>
                  <a:pt x="0" y="0"/>
                </a:lnTo>
                <a:lnTo>
                  <a:pt x="43265" y="0"/>
                </a:lnTo>
              </a:path>
            </a:pathLst>
          </a:custGeom>
          <a:noFill/>
          <a:ln cap="flat" cmpd="sng" w="28575">
            <a:solidFill>
              <a:schemeClr val="lt2"/>
            </a:solidFill>
            <a:prstDash val="solid"/>
            <a:miter lim="8000"/>
            <a:headEnd len="sm" w="sm" type="none"/>
            <a:tailEnd len="sm" w="sm" type="none"/>
          </a:ln>
        </p:spPr>
      </p:sp>
      <p:sp>
        <p:nvSpPr>
          <p:cNvPr id="12" name="Google Shape;12;p2"/>
          <p:cNvSpPr txBox="1"/>
          <p:nvPr>
            <p:ph type="ctrTitle"/>
          </p:nvPr>
        </p:nvSpPr>
        <p:spPr>
          <a:xfrm>
            <a:off x="3044700" y="1444255"/>
            <a:ext cx="3054600" cy="15372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a:lvl1pPr>
            <a:lvl2pPr lvl="1" algn="ctr">
              <a:spcBef>
                <a:spcPts val="0"/>
              </a:spcBef>
              <a:spcAft>
                <a:spcPts val="0"/>
              </a:spcAft>
              <a:buSzPts val="4200"/>
              <a:buNone/>
              <a:defRPr/>
            </a:lvl2pPr>
            <a:lvl3pPr lvl="2" algn="ctr">
              <a:spcBef>
                <a:spcPts val="0"/>
              </a:spcBef>
              <a:spcAft>
                <a:spcPts val="0"/>
              </a:spcAft>
              <a:buSzPts val="4200"/>
              <a:buNone/>
              <a:defRPr/>
            </a:lvl3pPr>
            <a:lvl4pPr lvl="3" algn="ctr">
              <a:spcBef>
                <a:spcPts val="0"/>
              </a:spcBef>
              <a:spcAft>
                <a:spcPts val="0"/>
              </a:spcAft>
              <a:buSzPts val="4200"/>
              <a:buNone/>
              <a:defRPr/>
            </a:lvl4pPr>
            <a:lvl5pPr lvl="4" algn="ctr">
              <a:spcBef>
                <a:spcPts val="0"/>
              </a:spcBef>
              <a:spcAft>
                <a:spcPts val="0"/>
              </a:spcAft>
              <a:buSzPts val="4200"/>
              <a:buNone/>
              <a:defRPr/>
            </a:lvl5pPr>
            <a:lvl6pPr lvl="5" algn="ctr">
              <a:spcBef>
                <a:spcPts val="0"/>
              </a:spcBef>
              <a:spcAft>
                <a:spcPts val="0"/>
              </a:spcAft>
              <a:buSzPts val="4200"/>
              <a:buNone/>
              <a:defRPr/>
            </a:lvl6pPr>
            <a:lvl7pPr lvl="6" algn="ctr">
              <a:spcBef>
                <a:spcPts val="0"/>
              </a:spcBef>
              <a:spcAft>
                <a:spcPts val="0"/>
              </a:spcAft>
              <a:buSzPts val="4200"/>
              <a:buNone/>
              <a:defRPr/>
            </a:lvl7pPr>
            <a:lvl8pPr lvl="7" algn="ctr">
              <a:spcBef>
                <a:spcPts val="0"/>
              </a:spcBef>
              <a:spcAft>
                <a:spcPts val="0"/>
              </a:spcAft>
              <a:buSzPts val="4200"/>
              <a:buNone/>
              <a:defRPr/>
            </a:lvl8pPr>
            <a:lvl9pPr lvl="8" algn="ctr">
              <a:spcBef>
                <a:spcPts val="0"/>
              </a:spcBef>
              <a:spcAft>
                <a:spcPts val="0"/>
              </a:spcAft>
              <a:buSzPts val="4200"/>
              <a:buNone/>
              <a:defRPr/>
            </a:lvl9pPr>
          </a:lstStyle>
          <a:p/>
        </p:txBody>
      </p:sp>
      <p:sp>
        <p:nvSpPr>
          <p:cNvPr id="13" name="Google Shape;13;p2"/>
          <p:cNvSpPr txBox="1"/>
          <p:nvPr>
            <p:ph idx="1" type="subTitle"/>
          </p:nvPr>
        </p:nvSpPr>
        <p:spPr>
          <a:xfrm>
            <a:off x="3044700" y="3116580"/>
            <a:ext cx="3054600" cy="7014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Font typeface="Economica"/>
              <a:buNone/>
              <a:defRPr sz="2100">
                <a:latin typeface="Economica"/>
                <a:ea typeface="Economica"/>
                <a:cs typeface="Economica"/>
                <a:sym typeface="Economica"/>
              </a:defRPr>
            </a:lvl1pPr>
            <a:lvl2pPr lvl="1" algn="ctr">
              <a:lnSpc>
                <a:spcPct val="100000"/>
              </a:lnSpc>
              <a:spcBef>
                <a:spcPts val="0"/>
              </a:spcBef>
              <a:spcAft>
                <a:spcPts val="0"/>
              </a:spcAft>
              <a:buSzPts val="2100"/>
              <a:buFont typeface="Economica"/>
              <a:buNone/>
              <a:defRPr sz="2100">
                <a:latin typeface="Economica"/>
                <a:ea typeface="Economica"/>
                <a:cs typeface="Economica"/>
                <a:sym typeface="Economica"/>
              </a:defRPr>
            </a:lvl2pPr>
            <a:lvl3pPr lvl="2" algn="ctr">
              <a:lnSpc>
                <a:spcPct val="100000"/>
              </a:lnSpc>
              <a:spcBef>
                <a:spcPts val="0"/>
              </a:spcBef>
              <a:spcAft>
                <a:spcPts val="0"/>
              </a:spcAft>
              <a:buSzPts val="2100"/>
              <a:buFont typeface="Economica"/>
              <a:buNone/>
              <a:defRPr sz="2100">
                <a:latin typeface="Economica"/>
                <a:ea typeface="Economica"/>
                <a:cs typeface="Economica"/>
                <a:sym typeface="Economica"/>
              </a:defRPr>
            </a:lvl3pPr>
            <a:lvl4pPr lvl="3" algn="ctr">
              <a:lnSpc>
                <a:spcPct val="100000"/>
              </a:lnSpc>
              <a:spcBef>
                <a:spcPts val="0"/>
              </a:spcBef>
              <a:spcAft>
                <a:spcPts val="0"/>
              </a:spcAft>
              <a:buSzPts val="2100"/>
              <a:buFont typeface="Economica"/>
              <a:buNone/>
              <a:defRPr sz="2100">
                <a:latin typeface="Economica"/>
                <a:ea typeface="Economica"/>
                <a:cs typeface="Economica"/>
                <a:sym typeface="Economica"/>
              </a:defRPr>
            </a:lvl4pPr>
            <a:lvl5pPr lvl="4" algn="ctr">
              <a:lnSpc>
                <a:spcPct val="100000"/>
              </a:lnSpc>
              <a:spcBef>
                <a:spcPts val="0"/>
              </a:spcBef>
              <a:spcAft>
                <a:spcPts val="0"/>
              </a:spcAft>
              <a:buSzPts val="2100"/>
              <a:buFont typeface="Economica"/>
              <a:buNone/>
              <a:defRPr sz="2100">
                <a:latin typeface="Economica"/>
                <a:ea typeface="Economica"/>
                <a:cs typeface="Economica"/>
                <a:sym typeface="Economica"/>
              </a:defRPr>
            </a:lvl5pPr>
            <a:lvl6pPr lvl="5" algn="ctr">
              <a:lnSpc>
                <a:spcPct val="100000"/>
              </a:lnSpc>
              <a:spcBef>
                <a:spcPts val="0"/>
              </a:spcBef>
              <a:spcAft>
                <a:spcPts val="0"/>
              </a:spcAft>
              <a:buSzPts val="2100"/>
              <a:buFont typeface="Economica"/>
              <a:buNone/>
              <a:defRPr sz="2100">
                <a:latin typeface="Economica"/>
                <a:ea typeface="Economica"/>
                <a:cs typeface="Economica"/>
                <a:sym typeface="Economica"/>
              </a:defRPr>
            </a:lvl6pPr>
            <a:lvl7pPr lvl="6" algn="ctr">
              <a:lnSpc>
                <a:spcPct val="100000"/>
              </a:lnSpc>
              <a:spcBef>
                <a:spcPts val="0"/>
              </a:spcBef>
              <a:spcAft>
                <a:spcPts val="0"/>
              </a:spcAft>
              <a:buSzPts val="2100"/>
              <a:buFont typeface="Economica"/>
              <a:buNone/>
              <a:defRPr sz="2100">
                <a:latin typeface="Economica"/>
                <a:ea typeface="Economica"/>
                <a:cs typeface="Economica"/>
                <a:sym typeface="Economica"/>
              </a:defRPr>
            </a:lvl7pPr>
            <a:lvl8pPr lvl="7" algn="ctr">
              <a:lnSpc>
                <a:spcPct val="100000"/>
              </a:lnSpc>
              <a:spcBef>
                <a:spcPts val="0"/>
              </a:spcBef>
              <a:spcAft>
                <a:spcPts val="0"/>
              </a:spcAft>
              <a:buSzPts val="2100"/>
              <a:buFont typeface="Economica"/>
              <a:buNone/>
              <a:defRPr sz="2100">
                <a:latin typeface="Economica"/>
                <a:ea typeface="Economica"/>
                <a:cs typeface="Economica"/>
                <a:sym typeface="Economica"/>
              </a:defRPr>
            </a:lvl8pPr>
            <a:lvl9pPr lvl="8" algn="ctr">
              <a:lnSpc>
                <a:spcPct val="100000"/>
              </a:lnSpc>
              <a:spcBef>
                <a:spcPts val="0"/>
              </a:spcBef>
              <a:spcAft>
                <a:spcPts val="0"/>
              </a:spcAft>
              <a:buSzPts val="2100"/>
              <a:buFont typeface="Economica"/>
              <a:buNone/>
              <a:defRPr sz="2100">
                <a:latin typeface="Economica"/>
                <a:ea typeface="Economica"/>
                <a:cs typeface="Economica"/>
                <a:sym typeface="Economica"/>
              </a:defRPr>
            </a:lvl9pPr>
          </a:lstStyle>
          <a:p/>
        </p:txBody>
      </p:sp>
      <p:sp>
        <p:nvSpPr>
          <p:cNvPr id="14" name="Google Shape;14;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5" name="Shape 15"/>
        <p:cNvGrpSpPr/>
        <p:nvPr/>
      </p:nvGrpSpPr>
      <p:grpSpPr>
        <a:xfrm>
          <a:off x="0" y="0"/>
          <a:ext cx="0" cy="0"/>
          <a:chOff x="0" y="0"/>
          <a:chExt cx="0" cy="0"/>
        </a:xfrm>
      </p:grpSpPr>
      <p:sp>
        <p:nvSpPr>
          <p:cNvPr id="16" name="Google Shape;16;p3"/>
          <p:cNvSpPr/>
          <p:nvPr/>
        </p:nvSpPr>
        <p:spPr>
          <a:xfrm flipH="1">
            <a:off x="7595938" y="460225"/>
            <a:ext cx="1081625" cy="1124950"/>
          </a:xfrm>
          <a:custGeom>
            <a:rect b="b" l="l" r="r" t="t"/>
            <a:pathLst>
              <a:path extrusionOk="0" h="44998" w="43265">
                <a:moveTo>
                  <a:pt x="0" y="44998"/>
                </a:moveTo>
                <a:lnTo>
                  <a:pt x="0" y="0"/>
                </a:lnTo>
                <a:lnTo>
                  <a:pt x="43265" y="0"/>
                </a:lnTo>
              </a:path>
            </a:pathLst>
          </a:custGeom>
          <a:noFill/>
          <a:ln cap="flat" cmpd="sng" w="28575">
            <a:solidFill>
              <a:schemeClr val="lt2"/>
            </a:solidFill>
            <a:prstDash val="solid"/>
            <a:miter lim="8000"/>
            <a:headEnd len="sm" w="sm" type="none"/>
            <a:tailEnd len="sm" w="sm" type="none"/>
          </a:ln>
        </p:spPr>
      </p:sp>
      <p:sp>
        <p:nvSpPr>
          <p:cNvPr id="17" name="Google Shape;17;p3"/>
          <p:cNvSpPr/>
          <p:nvPr/>
        </p:nvSpPr>
        <p:spPr>
          <a:xfrm flipH="1" rot="10800000">
            <a:off x="466425" y="3558325"/>
            <a:ext cx="1081625" cy="1124950"/>
          </a:xfrm>
          <a:custGeom>
            <a:rect b="b" l="l" r="r" t="t"/>
            <a:pathLst>
              <a:path extrusionOk="0" h="44998" w="43265">
                <a:moveTo>
                  <a:pt x="0" y="44998"/>
                </a:moveTo>
                <a:lnTo>
                  <a:pt x="0" y="0"/>
                </a:lnTo>
                <a:lnTo>
                  <a:pt x="43265" y="0"/>
                </a:lnTo>
              </a:path>
            </a:pathLst>
          </a:custGeom>
          <a:noFill/>
          <a:ln cap="flat" cmpd="sng" w="28575">
            <a:solidFill>
              <a:schemeClr val="lt2"/>
            </a:solidFill>
            <a:prstDash val="solid"/>
            <a:miter lim="8000"/>
            <a:headEnd len="sm" w="sm" type="none"/>
            <a:tailEnd len="sm" w="sm" type="none"/>
          </a:ln>
        </p:spPr>
      </p:sp>
      <p:sp>
        <p:nvSpPr>
          <p:cNvPr id="18" name="Google Shape;18;p3"/>
          <p:cNvSpPr txBox="1"/>
          <p:nvPr>
            <p:ph type="title"/>
          </p:nvPr>
        </p:nvSpPr>
        <p:spPr>
          <a:xfrm>
            <a:off x="773700" y="1806450"/>
            <a:ext cx="7596600" cy="15306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4200"/>
              <a:buNone/>
              <a:defRPr/>
            </a:lvl1pPr>
            <a:lvl2pPr lvl="1" algn="ctr">
              <a:spcBef>
                <a:spcPts val="0"/>
              </a:spcBef>
              <a:spcAft>
                <a:spcPts val="0"/>
              </a:spcAft>
              <a:buSzPts val="4200"/>
              <a:buNone/>
              <a:defRPr/>
            </a:lvl2pPr>
            <a:lvl3pPr lvl="2" algn="ctr">
              <a:spcBef>
                <a:spcPts val="0"/>
              </a:spcBef>
              <a:spcAft>
                <a:spcPts val="0"/>
              </a:spcAft>
              <a:buSzPts val="4200"/>
              <a:buNone/>
              <a:defRPr/>
            </a:lvl3pPr>
            <a:lvl4pPr lvl="3" algn="ctr">
              <a:spcBef>
                <a:spcPts val="0"/>
              </a:spcBef>
              <a:spcAft>
                <a:spcPts val="0"/>
              </a:spcAft>
              <a:buSzPts val="4200"/>
              <a:buNone/>
              <a:defRPr/>
            </a:lvl4pPr>
            <a:lvl5pPr lvl="4" algn="ctr">
              <a:spcBef>
                <a:spcPts val="0"/>
              </a:spcBef>
              <a:spcAft>
                <a:spcPts val="0"/>
              </a:spcAft>
              <a:buSzPts val="4200"/>
              <a:buNone/>
              <a:defRPr/>
            </a:lvl5pPr>
            <a:lvl6pPr lvl="5" algn="ctr">
              <a:spcBef>
                <a:spcPts val="0"/>
              </a:spcBef>
              <a:spcAft>
                <a:spcPts val="0"/>
              </a:spcAft>
              <a:buSzPts val="4200"/>
              <a:buNone/>
              <a:defRPr/>
            </a:lvl6pPr>
            <a:lvl7pPr lvl="6" algn="ctr">
              <a:spcBef>
                <a:spcPts val="0"/>
              </a:spcBef>
              <a:spcAft>
                <a:spcPts val="0"/>
              </a:spcAft>
              <a:buSzPts val="4200"/>
              <a:buNone/>
              <a:defRPr/>
            </a:lvl7pPr>
            <a:lvl8pPr lvl="7" algn="ctr">
              <a:spcBef>
                <a:spcPts val="0"/>
              </a:spcBef>
              <a:spcAft>
                <a:spcPts val="0"/>
              </a:spcAft>
              <a:buSzPts val="4200"/>
              <a:buNone/>
              <a:defRPr/>
            </a:lvl8pPr>
            <a:lvl9pPr lvl="8" algn="ctr">
              <a:spcBef>
                <a:spcPts val="0"/>
              </a:spcBef>
              <a:spcAft>
                <a:spcPts val="0"/>
              </a:spcAft>
              <a:buSzPts val="4200"/>
              <a:buNone/>
              <a:defRPr/>
            </a:lvl9pPr>
          </a:lstStyle>
          <a:p/>
        </p:txBody>
      </p:sp>
      <p:sp>
        <p:nvSpPr>
          <p:cNvPr id="19" name="Google Shape;19;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0" name="Shape 20"/>
        <p:cNvGrpSpPr/>
        <p:nvPr/>
      </p:nvGrpSpPr>
      <p:grpSpPr>
        <a:xfrm>
          <a:off x="0" y="0"/>
          <a:ext cx="0" cy="0"/>
          <a:chOff x="0" y="0"/>
          <a:chExt cx="0" cy="0"/>
        </a:xfrm>
      </p:grpSpPr>
      <p:sp>
        <p:nvSpPr>
          <p:cNvPr id="21" name="Google Shape;21;p4"/>
          <p:cNvSpPr/>
          <p:nvPr/>
        </p:nvSpPr>
        <p:spPr>
          <a:xfrm>
            <a:off x="0" y="5045700"/>
            <a:ext cx="9144000" cy="9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 name="Google Shape;22;p4"/>
          <p:cNvSpPr txBox="1"/>
          <p:nvPr>
            <p:ph type="title"/>
          </p:nvPr>
        </p:nvSpPr>
        <p:spPr>
          <a:xfrm>
            <a:off x="311700" y="315925"/>
            <a:ext cx="8520600" cy="831300"/>
          </a:xfrm>
          <a:prstGeom prst="rect">
            <a:avLst/>
          </a:prstGeom>
        </p:spPr>
        <p:txBody>
          <a:bodyPr anchorCtr="0" anchor="b" bIns="91425" lIns="91425" spcFirstLastPara="1" rIns="91425" wrap="square" tIns="91425">
            <a:normAutofit/>
          </a:bodyPr>
          <a:lstStyle>
            <a:lvl1pPr lvl="0">
              <a:spcBef>
                <a:spcPts val="0"/>
              </a:spcBef>
              <a:spcAft>
                <a:spcPts val="0"/>
              </a:spcAft>
              <a:buSzPts val="4200"/>
              <a:buNone/>
              <a:defRPr/>
            </a:lvl1pPr>
            <a:lvl2pPr lvl="1">
              <a:spcBef>
                <a:spcPts val="0"/>
              </a:spcBef>
              <a:spcAft>
                <a:spcPts val="0"/>
              </a:spcAft>
              <a:buSzPts val="4200"/>
              <a:buNone/>
              <a:defRPr/>
            </a:lvl2pPr>
            <a:lvl3pPr lvl="2">
              <a:spcBef>
                <a:spcPts val="0"/>
              </a:spcBef>
              <a:spcAft>
                <a:spcPts val="0"/>
              </a:spcAft>
              <a:buSzPts val="4200"/>
              <a:buNone/>
              <a:defRPr/>
            </a:lvl3pPr>
            <a:lvl4pPr lvl="3">
              <a:spcBef>
                <a:spcPts val="0"/>
              </a:spcBef>
              <a:spcAft>
                <a:spcPts val="0"/>
              </a:spcAft>
              <a:buSzPts val="4200"/>
              <a:buNone/>
              <a:defRPr/>
            </a:lvl4pPr>
            <a:lvl5pPr lvl="4">
              <a:spcBef>
                <a:spcPts val="0"/>
              </a:spcBef>
              <a:spcAft>
                <a:spcPts val="0"/>
              </a:spcAft>
              <a:buSzPts val="4200"/>
              <a:buNone/>
              <a:defRPr/>
            </a:lvl5pPr>
            <a:lvl6pPr lvl="5">
              <a:spcBef>
                <a:spcPts val="0"/>
              </a:spcBef>
              <a:spcAft>
                <a:spcPts val="0"/>
              </a:spcAft>
              <a:buSzPts val="4200"/>
              <a:buNone/>
              <a:defRPr/>
            </a:lvl6pPr>
            <a:lvl7pPr lvl="6">
              <a:spcBef>
                <a:spcPts val="0"/>
              </a:spcBef>
              <a:spcAft>
                <a:spcPts val="0"/>
              </a:spcAft>
              <a:buSzPts val="4200"/>
              <a:buNone/>
              <a:defRPr/>
            </a:lvl7pPr>
            <a:lvl8pPr lvl="7">
              <a:spcBef>
                <a:spcPts val="0"/>
              </a:spcBef>
              <a:spcAft>
                <a:spcPts val="0"/>
              </a:spcAft>
              <a:buSzPts val="4200"/>
              <a:buNone/>
              <a:defRPr/>
            </a:lvl8pPr>
            <a:lvl9pPr lvl="8">
              <a:spcBef>
                <a:spcPts val="0"/>
              </a:spcBef>
              <a:spcAft>
                <a:spcPts val="0"/>
              </a:spcAft>
              <a:buSzPts val="4200"/>
              <a:buNone/>
              <a:defRPr/>
            </a:lvl9pPr>
          </a:lstStyle>
          <a:p/>
        </p:txBody>
      </p:sp>
      <p:sp>
        <p:nvSpPr>
          <p:cNvPr id="23" name="Google Shape;23;p4"/>
          <p:cNvSpPr txBox="1"/>
          <p:nvPr>
            <p:ph idx="1" type="body"/>
          </p:nvPr>
        </p:nvSpPr>
        <p:spPr>
          <a:xfrm>
            <a:off x="311700" y="1225225"/>
            <a:ext cx="8520600" cy="33540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4" name="Google Shape;24;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5" name="Shape 25"/>
        <p:cNvGrpSpPr/>
        <p:nvPr/>
      </p:nvGrpSpPr>
      <p:grpSpPr>
        <a:xfrm>
          <a:off x="0" y="0"/>
          <a:ext cx="0" cy="0"/>
          <a:chOff x="0" y="0"/>
          <a:chExt cx="0" cy="0"/>
        </a:xfrm>
      </p:grpSpPr>
      <p:sp>
        <p:nvSpPr>
          <p:cNvPr id="26" name="Google Shape;26;p5"/>
          <p:cNvSpPr txBox="1"/>
          <p:nvPr>
            <p:ph type="title"/>
          </p:nvPr>
        </p:nvSpPr>
        <p:spPr>
          <a:xfrm>
            <a:off x="311700" y="315925"/>
            <a:ext cx="8520600" cy="831300"/>
          </a:xfrm>
          <a:prstGeom prst="rect">
            <a:avLst/>
          </a:prstGeom>
        </p:spPr>
        <p:txBody>
          <a:bodyPr anchorCtr="0" anchor="b" bIns="91425" lIns="91425" spcFirstLastPara="1" rIns="91425" wrap="square" tIns="91425">
            <a:normAutofit/>
          </a:bodyPr>
          <a:lstStyle>
            <a:lvl1pPr lvl="0">
              <a:spcBef>
                <a:spcPts val="0"/>
              </a:spcBef>
              <a:spcAft>
                <a:spcPts val="0"/>
              </a:spcAft>
              <a:buSzPts val="4200"/>
              <a:buNone/>
              <a:defRPr/>
            </a:lvl1pPr>
            <a:lvl2pPr lvl="1">
              <a:spcBef>
                <a:spcPts val="0"/>
              </a:spcBef>
              <a:spcAft>
                <a:spcPts val="0"/>
              </a:spcAft>
              <a:buSzPts val="4200"/>
              <a:buNone/>
              <a:defRPr/>
            </a:lvl2pPr>
            <a:lvl3pPr lvl="2">
              <a:spcBef>
                <a:spcPts val="0"/>
              </a:spcBef>
              <a:spcAft>
                <a:spcPts val="0"/>
              </a:spcAft>
              <a:buSzPts val="4200"/>
              <a:buNone/>
              <a:defRPr/>
            </a:lvl3pPr>
            <a:lvl4pPr lvl="3">
              <a:spcBef>
                <a:spcPts val="0"/>
              </a:spcBef>
              <a:spcAft>
                <a:spcPts val="0"/>
              </a:spcAft>
              <a:buSzPts val="4200"/>
              <a:buNone/>
              <a:defRPr/>
            </a:lvl4pPr>
            <a:lvl5pPr lvl="4">
              <a:spcBef>
                <a:spcPts val="0"/>
              </a:spcBef>
              <a:spcAft>
                <a:spcPts val="0"/>
              </a:spcAft>
              <a:buSzPts val="4200"/>
              <a:buNone/>
              <a:defRPr/>
            </a:lvl5pPr>
            <a:lvl6pPr lvl="5">
              <a:spcBef>
                <a:spcPts val="0"/>
              </a:spcBef>
              <a:spcAft>
                <a:spcPts val="0"/>
              </a:spcAft>
              <a:buSzPts val="4200"/>
              <a:buNone/>
              <a:defRPr/>
            </a:lvl6pPr>
            <a:lvl7pPr lvl="6">
              <a:spcBef>
                <a:spcPts val="0"/>
              </a:spcBef>
              <a:spcAft>
                <a:spcPts val="0"/>
              </a:spcAft>
              <a:buSzPts val="4200"/>
              <a:buNone/>
              <a:defRPr/>
            </a:lvl7pPr>
            <a:lvl8pPr lvl="7">
              <a:spcBef>
                <a:spcPts val="0"/>
              </a:spcBef>
              <a:spcAft>
                <a:spcPts val="0"/>
              </a:spcAft>
              <a:buSzPts val="4200"/>
              <a:buNone/>
              <a:defRPr/>
            </a:lvl8pPr>
            <a:lvl9pPr lvl="8">
              <a:spcBef>
                <a:spcPts val="0"/>
              </a:spcBef>
              <a:spcAft>
                <a:spcPts val="0"/>
              </a:spcAft>
              <a:buSzPts val="4200"/>
              <a:buNone/>
              <a:defRPr/>
            </a:lvl9pPr>
          </a:lstStyle>
          <a:p/>
        </p:txBody>
      </p:sp>
      <p:sp>
        <p:nvSpPr>
          <p:cNvPr id="27" name="Google Shape;27;p5"/>
          <p:cNvSpPr txBox="1"/>
          <p:nvPr>
            <p:ph idx="1" type="body"/>
          </p:nvPr>
        </p:nvSpPr>
        <p:spPr>
          <a:xfrm>
            <a:off x="311700" y="1225225"/>
            <a:ext cx="3999900" cy="33540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8" name="Google Shape;28;p5"/>
          <p:cNvSpPr txBox="1"/>
          <p:nvPr>
            <p:ph idx="2" type="body"/>
          </p:nvPr>
        </p:nvSpPr>
        <p:spPr>
          <a:xfrm>
            <a:off x="4832400" y="1225225"/>
            <a:ext cx="3999900" cy="33540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9" name="Google Shape;29;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0" name="Shape 30"/>
        <p:cNvGrpSpPr/>
        <p:nvPr/>
      </p:nvGrpSpPr>
      <p:grpSpPr>
        <a:xfrm>
          <a:off x="0" y="0"/>
          <a:ext cx="0" cy="0"/>
          <a:chOff x="0" y="0"/>
          <a:chExt cx="0" cy="0"/>
        </a:xfrm>
      </p:grpSpPr>
      <p:sp>
        <p:nvSpPr>
          <p:cNvPr id="31" name="Google Shape;31;p6"/>
          <p:cNvSpPr txBox="1"/>
          <p:nvPr>
            <p:ph type="title"/>
          </p:nvPr>
        </p:nvSpPr>
        <p:spPr>
          <a:xfrm>
            <a:off x="311700" y="315925"/>
            <a:ext cx="8520600" cy="831300"/>
          </a:xfrm>
          <a:prstGeom prst="rect">
            <a:avLst/>
          </a:prstGeom>
        </p:spPr>
        <p:txBody>
          <a:bodyPr anchorCtr="0" anchor="b" bIns="91425" lIns="91425" spcFirstLastPara="1" rIns="91425" wrap="square" tIns="91425">
            <a:normAutofit/>
          </a:bodyPr>
          <a:lstStyle>
            <a:lvl1pPr lvl="0">
              <a:spcBef>
                <a:spcPts val="0"/>
              </a:spcBef>
              <a:spcAft>
                <a:spcPts val="0"/>
              </a:spcAft>
              <a:buSzPts val="4200"/>
              <a:buNone/>
              <a:defRPr/>
            </a:lvl1pPr>
            <a:lvl2pPr lvl="1">
              <a:spcBef>
                <a:spcPts val="0"/>
              </a:spcBef>
              <a:spcAft>
                <a:spcPts val="0"/>
              </a:spcAft>
              <a:buSzPts val="4200"/>
              <a:buNone/>
              <a:defRPr/>
            </a:lvl2pPr>
            <a:lvl3pPr lvl="2">
              <a:spcBef>
                <a:spcPts val="0"/>
              </a:spcBef>
              <a:spcAft>
                <a:spcPts val="0"/>
              </a:spcAft>
              <a:buSzPts val="4200"/>
              <a:buNone/>
              <a:defRPr/>
            </a:lvl3pPr>
            <a:lvl4pPr lvl="3">
              <a:spcBef>
                <a:spcPts val="0"/>
              </a:spcBef>
              <a:spcAft>
                <a:spcPts val="0"/>
              </a:spcAft>
              <a:buSzPts val="4200"/>
              <a:buNone/>
              <a:defRPr/>
            </a:lvl4pPr>
            <a:lvl5pPr lvl="4">
              <a:spcBef>
                <a:spcPts val="0"/>
              </a:spcBef>
              <a:spcAft>
                <a:spcPts val="0"/>
              </a:spcAft>
              <a:buSzPts val="4200"/>
              <a:buNone/>
              <a:defRPr/>
            </a:lvl5pPr>
            <a:lvl6pPr lvl="5">
              <a:spcBef>
                <a:spcPts val="0"/>
              </a:spcBef>
              <a:spcAft>
                <a:spcPts val="0"/>
              </a:spcAft>
              <a:buSzPts val="4200"/>
              <a:buNone/>
              <a:defRPr/>
            </a:lvl6pPr>
            <a:lvl7pPr lvl="6">
              <a:spcBef>
                <a:spcPts val="0"/>
              </a:spcBef>
              <a:spcAft>
                <a:spcPts val="0"/>
              </a:spcAft>
              <a:buSzPts val="4200"/>
              <a:buNone/>
              <a:defRPr/>
            </a:lvl7pPr>
            <a:lvl8pPr lvl="7">
              <a:spcBef>
                <a:spcPts val="0"/>
              </a:spcBef>
              <a:spcAft>
                <a:spcPts val="0"/>
              </a:spcAft>
              <a:buSzPts val="4200"/>
              <a:buNone/>
              <a:defRPr/>
            </a:lvl8pPr>
            <a:lvl9pPr lvl="8">
              <a:spcBef>
                <a:spcPts val="0"/>
              </a:spcBef>
              <a:spcAft>
                <a:spcPts val="0"/>
              </a:spcAft>
              <a:buSzPts val="4200"/>
              <a:buNone/>
              <a:defRPr/>
            </a:lvl9pPr>
          </a:lstStyle>
          <a:p/>
        </p:txBody>
      </p:sp>
      <p:sp>
        <p:nvSpPr>
          <p:cNvPr id="32" name="Google Shape;32;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3" name="Shape 33"/>
        <p:cNvGrpSpPr/>
        <p:nvPr/>
      </p:nvGrpSpPr>
      <p:grpSpPr>
        <a:xfrm>
          <a:off x="0" y="0"/>
          <a:ext cx="0" cy="0"/>
          <a:chOff x="0" y="0"/>
          <a:chExt cx="0" cy="0"/>
        </a:xfrm>
      </p:grpSpPr>
      <p:sp>
        <p:nvSpPr>
          <p:cNvPr id="34" name="Google Shape;34;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35" name="Google Shape;35;p7"/>
          <p:cNvSpPr txBox="1"/>
          <p:nvPr>
            <p:ph idx="1" type="body"/>
          </p:nvPr>
        </p:nvSpPr>
        <p:spPr>
          <a:xfrm>
            <a:off x="311700" y="1399400"/>
            <a:ext cx="2808000" cy="27849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6" name="Google Shape;36;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7" name="Shape 37"/>
        <p:cNvGrpSpPr/>
        <p:nvPr/>
      </p:nvGrpSpPr>
      <p:grpSpPr>
        <a:xfrm>
          <a:off x="0" y="0"/>
          <a:ext cx="0" cy="0"/>
          <a:chOff x="0" y="0"/>
          <a:chExt cx="0" cy="0"/>
        </a:xfrm>
      </p:grpSpPr>
      <p:sp>
        <p:nvSpPr>
          <p:cNvPr id="38" name="Google Shape;38;p8"/>
          <p:cNvSpPr/>
          <p:nvPr/>
        </p:nvSpPr>
        <p:spPr>
          <a:xfrm>
            <a:off x="0" y="5045700"/>
            <a:ext cx="9144000" cy="9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 name="Google Shape;39;p8"/>
          <p:cNvSpPr txBox="1"/>
          <p:nvPr>
            <p:ph type="title"/>
          </p:nvPr>
        </p:nvSpPr>
        <p:spPr>
          <a:xfrm>
            <a:off x="490250" y="450150"/>
            <a:ext cx="5878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40" name="Google Shape;40;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41" name="Shape 41"/>
        <p:cNvGrpSpPr/>
        <p:nvPr/>
      </p:nvGrpSpPr>
      <p:grpSpPr>
        <a:xfrm>
          <a:off x="0" y="0"/>
          <a:ext cx="0" cy="0"/>
          <a:chOff x="0" y="0"/>
          <a:chExt cx="0" cy="0"/>
        </a:xfrm>
      </p:grpSpPr>
      <p:sp>
        <p:nvSpPr>
          <p:cNvPr id="42" name="Google Shape;42;p9"/>
          <p:cNvSpPr/>
          <p:nvPr/>
        </p:nvSpPr>
        <p:spPr>
          <a:xfrm>
            <a:off x="4572000" y="-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3" name="Google Shape;43;p9"/>
          <p:cNvCxnSpPr/>
          <p:nvPr/>
        </p:nvCxnSpPr>
        <p:spPr>
          <a:xfrm>
            <a:off x="5029675" y="4495500"/>
            <a:ext cx="468300" cy="0"/>
          </a:xfrm>
          <a:prstGeom prst="straightConnector1">
            <a:avLst/>
          </a:prstGeom>
          <a:noFill/>
          <a:ln cap="flat" cmpd="sng" w="19050">
            <a:solidFill>
              <a:schemeClr val="lt1"/>
            </a:solidFill>
            <a:prstDash val="solid"/>
            <a:round/>
            <a:headEnd len="sm" w="sm" type="none"/>
            <a:tailEnd len="sm" w="sm" type="none"/>
          </a:ln>
        </p:spPr>
      </p:cxnSp>
      <p:sp>
        <p:nvSpPr>
          <p:cNvPr id="44" name="Google Shape;44;p9"/>
          <p:cNvSpPr txBox="1"/>
          <p:nvPr>
            <p:ph type="title"/>
          </p:nvPr>
        </p:nvSpPr>
        <p:spPr>
          <a:xfrm>
            <a:off x="265500" y="929275"/>
            <a:ext cx="4045200" cy="1786200"/>
          </a:xfrm>
          <a:prstGeom prst="rect">
            <a:avLst/>
          </a:prstGeom>
        </p:spPr>
        <p:txBody>
          <a:bodyPr anchorCtr="0" anchor="b" bIns="91425" lIns="91425" spcFirstLastPara="1" rIns="91425" wrap="square" tIns="91425">
            <a:normAutofit/>
          </a:bodyPr>
          <a:lstStyle>
            <a:lvl1pPr lvl="0" algn="ctr">
              <a:spcBef>
                <a:spcPts val="0"/>
              </a:spcBef>
              <a:spcAft>
                <a:spcPts val="0"/>
              </a:spcAft>
              <a:buClr>
                <a:schemeClr val="lt2"/>
              </a:buClr>
              <a:buSzPts val="4200"/>
              <a:buNone/>
              <a:defRPr>
                <a:solidFill>
                  <a:schemeClr val="lt2"/>
                </a:solidFill>
              </a:defRPr>
            </a:lvl1pPr>
            <a:lvl2pPr lvl="1" algn="ctr">
              <a:spcBef>
                <a:spcPts val="0"/>
              </a:spcBef>
              <a:spcAft>
                <a:spcPts val="0"/>
              </a:spcAft>
              <a:buClr>
                <a:schemeClr val="lt2"/>
              </a:buClr>
              <a:buSzPts val="4200"/>
              <a:buNone/>
              <a:defRPr>
                <a:solidFill>
                  <a:schemeClr val="lt2"/>
                </a:solidFill>
              </a:defRPr>
            </a:lvl2pPr>
            <a:lvl3pPr lvl="2" algn="ctr">
              <a:spcBef>
                <a:spcPts val="0"/>
              </a:spcBef>
              <a:spcAft>
                <a:spcPts val="0"/>
              </a:spcAft>
              <a:buClr>
                <a:schemeClr val="lt2"/>
              </a:buClr>
              <a:buSzPts val="4200"/>
              <a:buNone/>
              <a:defRPr>
                <a:solidFill>
                  <a:schemeClr val="lt2"/>
                </a:solidFill>
              </a:defRPr>
            </a:lvl3pPr>
            <a:lvl4pPr lvl="3" algn="ctr">
              <a:spcBef>
                <a:spcPts val="0"/>
              </a:spcBef>
              <a:spcAft>
                <a:spcPts val="0"/>
              </a:spcAft>
              <a:buClr>
                <a:schemeClr val="lt2"/>
              </a:buClr>
              <a:buSzPts val="4200"/>
              <a:buNone/>
              <a:defRPr>
                <a:solidFill>
                  <a:schemeClr val="lt2"/>
                </a:solidFill>
              </a:defRPr>
            </a:lvl4pPr>
            <a:lvl5pPr lvl="4" algn="ctr">
              <a:spcBef>
                <a:spcPts val="0"/>
              </a:spcBef>
              <a:spcAft>
                <a:spcPts val="0"/>
              </a:spcAft>
              <a:buClr>
                <a:schemeClr val="lt2"/>
              </a:buClr>
              <a:buSzPts val="4200"/>
              <a:buNone/>
              <a:defRPr>
                <a:solidFill>
                  <a:schemeClr val="lt2"/>
                </a:solidFill>
              </a:defRPr>
            </a:lvl5pPr>
            <a:lvl6pPr lvl="5" algn="ctr">
              <a:spcBef>
                <a:spcPts val="0"/>
              </a:spcBef>
              <a:spcAft>
                <a:spcPts val="0"/>
              </a:spcAft>
              <a:buClr>
                <a:schemeClr val="lt2"/>
              </a:buClr>
              <a:buSzPts val="4200"/>
              <a:buNone/>
              <a:defRPr>
                <a:solidFill>
                  <a:schemeClr val="lt2"/>
                </a:solidFill>
              </a:defRPr>
            </a:lvl6pPr>
            <a:lvl7pPr lvl="6" algn="ctr">
              <a:spcBef>
                <a:spcPts val="0"/>
              </a:spcBef>
              <a:spcAft>
                <a:spcPts val="0"/>
              </a:spcAft>
              <a:buClr>
                <a:schemeClr val="lt2"/>
              </a:buClr>
              <a:buSzPts val="4200"/>
              <a:buNone/>
              <a:defRPr>
                <a:solidFill>
                  <a:schemeClr val="lt2"/>
                </a:solidFill>
              </a:defRPr>
            </a:lvl7pPr>
            <a:lvl8pPr lvl="7" algn="ctr">
              <a:spcBef>
                <a:spcPts val="0"/>
              </a:spcBef>
              <a:spcAft>
                <a:spcPts val="0"/>
              </a:spcAft>
              <a:buClr>
                <a:schemeClr val="lt2"/>
              </a:buClr>
              <a:buSzPts val="4200"/>
              <a:buNone/>
              <a:defRPr>
                <a:solidFill>
                  <a:schemeClr val="lt2"/>
                </a:solidFill>
              </a:defRPr>
            </a:lvl8pPr>
            <a:lvl9pPr lvl="8" algn="ctr">
              <a:spcBef>
                <a:spcPts val="0"/>
              </a:spcBef>
              <a:spcAft>
                <a:spcPts val="0"/>
              </a:spcAft>
              <a:buClr>
                <a:schemeClr val="lt2"/>
              </a:buClr>
              <a:buSzPts val="4200"/>
              <a:buNone/>
              <a:defRPr>
                <a:solidFill>
                  <a:schemeClr val="lt2"/>
                </a:solidFill>
              </a:defRPr>
            </a:lvl9pPr>
          </a:lstStyle>
          <a:p/>
        </p:txBody>
      </p:sp>
      <p:sp>
        <p:nvSpPr>
          <p:cNvPr id="45" name="Google Shape;45;p9"/>
          <p:cNvSpPr txBox="1"/>
          <p:nvPr>
            <p:ph idx="1" type="subTitle"/>
          </p:nvPr>
        </p:nvSpPr>
        <p:spPr>
          <a:xfrm>
            <a:off x="265500" y="2769001"/>
            <a:ext cx="4045200" cy="1574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400"/>
              <a:buFont typeface="Economica"/>
              <a:buNone/>
              <a:defRPr sz="2400">
                <a:latin typeface="Economica"/>
                <a:ea typeface="Economica"/>
                <a:cs typeface="Economica"/>
                <a:sym typeface="Economica"/>
              </a:defRPr>
            </a:lvl1pPr>
            <a:lvl2pPr lvl="1" algn="ctr">
              <a:lnSpc>
                <a:spcPct val="100000"/>
              </a:lnSpc>
              <a:spcBef>
                <a:spcPts val="0"/>
              </a:spcBef>
              <a:spcAft>
                <a:spcPts val="0"/>
              </a:spcAft>
              <a:buSzPts val="2400"/>
              <a:buFont typeface="Economica"/>
              <a:buNone/>
              <a:defRPr sz="2400">
                <a:latin typeface="Economica"/>
                <a:ea typeface="Economica"/>
                <a:cs typeface="Economica"/>
                <a:sym typeface="Economica"/>
              </a:defRPr>
            </a:lvl2pPr>
            <a:lvl3pPr lvl="2" algn="ctr">
              <a:lnSpc>
                <a:spcPct val="100000"/>
              </a:lnSpc>
              <a:spcBef>
                <a:spcPts val="0"/>
              </a:spcBef>
              <a:spcAft>
                <a:spcPts val="0"/>
              </a:spcAft>
              <a:buSzPts val="2400"/>
              <a:buFont typeface="Economica"/>
              <a:buNone/>
              <a:defRPr sz="2400">
                <a:latin typeface="Economica"/>
                <a:ea typeface="Economica"/>
                <a:cs typeface="Economica"/>
                <a:sym typeface="Economica"/>
              </a:defRPr>
            </a:lvl3pPr>
            <a:lvl4pPr lvl="3" algn="ctr">
              <a:lnSpc>
                <a:spcPct val="100000"/>
              </a:lnSpc>
              <a:spcBef>
                <a:spcPts val="0"/>
              </a:spcBef>
              <a:spcAft>
                <a:spcPts val="0"/>
              </a:spcAft>
              <a:buSzPts val="2400"/>
              <a:buFont typeface="Economica"/>
              <a:buNone/>
              <a:defRPr sz="2400">
                <a:latin typeface="Economica"/>
                <a:ea typeface="Economica"/>
                <a:cs typeface="Economica"/>
                <a:sym typeface="Economica"/>
              </a:defRPr>
            </a:lvl4pPr>
            <a:lvl5pPr lvl="4" algn="ctr">
              <a:lnSpc>
                <a:spcPct val="100000"/>
              </a:lnSpc>
              <a:spcBef>
                <a:spcPts val="0"/>
              </a:spcBef>
              <a:spcAft>
                <a:spcPts val="0"/>
              </a:spcAft>
              <a:buSzPts val="2400"/>
              <a:buFont typeface="Economica"/>
              <a:buNone/>
              <a:defRPr sz="2400">
                <a:latin typeface="Economica"/>
                <a:ea typeface="Economica"/>
                <a:cs typeface="Economica"/>
                <a:sym typeface="Economica"/>
              </a:defRPr>
            </a:lvl5pPr>
            <a:lvl6pPr lvl="5" algn="ctr">
              <a:lnSpc>
                <a:spcPct val="100000"/>
              </a:lnSpc>
              <a:spcBef>
                <a:spcPts val="0"/>
              </a:spcBef>
              <a:spcAft>
                <a:spcPts val="0"/>
              </a:spcAft>
              <a:buSzPts val="2400"/>
              <a:buFont typeface="Economica"/>
              <a:buNone/>
              <a:defRPr sz="2400">
                <a:latin typeface="Economica"/>
                <a:ea typeface="Economica"/>
                <a:cs typeface="Economica"/>
                <a:sym typeface="Economica"/>
              </a:defRPr>
            </a:lvl6pPr>
            <a:lvl7pPr lvl="6" algn="ctr">
              <a:lnSpc>
                <a:spcPct val="100000"/>
              </a:lnSpc>
              <a:spcBef>
                <a:spcPts val="0"/>
              </a:spcBef>
              <a:spcAft>
                <a:spcPts val="0"/>
              </a:spcAft>
              <a:buSzPts val="2400"/>
              <a:buFont typeface="Economica"/>
              <a:buNone/>
              <a:defRPr sz="2400">
                <a:latin typeface="Economica"/>
                <a:ea typeface="Economica"/>
                <a:cs typeface="Economica"/>
                <a:sym typeface="Economica"/>
              </a:defRPr>
            </a:lvl7pPr>
            <a:lvl8pPr lvl="7" algn="ctr">
              <a:lnSpc>
                <a:spcPct val="100000"/>
              </a:lnSpc>
              <a:spcBef>
                <a:spcPts val="0"/>
              </a:spcBef>
              <a:spcAft>
                <a:spcPts val="0"/>
              </a:spcAft>
              <a:buSzPts val="2400"/>
              <a:buFont typeface="Economica"/>
              <a:buNone/>
              <a:defRPr sz="2400">
                <a:latin typeface="Economica"/>
                <a:ea typeface="Economica"/>
                <a:cs typeface="Economica"/>
                <a:sym typeface="Economica"/>
              </a:defRPr>
            </a:lvl8pPr>
            <a:lvl9pPr lvl="8" algn="ctr">
              <a:lnSpc>
                <a:spcPct val="100000"/>
              </a:lnSpc>
              <a:spcBef>
                <a:spcPts val="0"/>
              </a:spcBef>
              <a:spcAft>
                <a:spcPts val="0"/>
              </a:spcAft>
              <a:buSzPts val="2400"/>
              <a:buFont typeface="Economica"/>
              <a:buNone/>
              <a:defRPr sz="2400">
                <a:latin typeface="Economica"/>
                <a:ea typeface="Economica"/>
                <a:cs typeface="Economica"/>
                <a:sym typeface="Economica"/>
              </a:defRPr>
            </a:lvl9pPr>
          </a:lstStyle>
          <a:p/>
        </p:txBody>
      </p:sp>
      <p:sp>
        <p:nvSpPr>
          <p:cNvPr id="46" name="Google Shape;46;p9"/>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Clr>
                <a:schemeClr val="lt1"/>
              </a:buClr>
              <a:buSzPts val="1800"/>
              <a:buChar char="●"/>
              <a:defRPr>
                <a:solidFill>
                  <a:schemeClr val="lt1"/>
                </a:solidFill>
              </a:defRPr>
            </a:lvl1pPr>
            <a:lvl2pPr indent="-317500" lvl="1" marL="914400">
              <a:spcBef>
                <a:spcPts val="0"/>
              </a:spcBef>
              <a:spcAft>
                <a:spcPts val="0"/>
              </a:spcAft>
              <a:buClr>
                <a:schemeClr val="lt1"/>
              </a:buClr>
              <a:buSzPts val="1400"/>
              <a:buChar char="○"/>
              <a:defRPr>
                <a:solidFill>
                  <a:schemeClr val="lt1"/>
                </a:solidFill>
              </a:defRPr>
            </a:lvl2pPr>
            <a:lvl3pPr indent="-317500" lvl="2" marL="1371600">
              <a:spcBef>
                <a:spcPts val="0"/>
              </a:spcBef>
              <a:spcAft>
                <a:spcPts val="0"/>
              </a:spcAft>
              <a:buClr>
                <a:schemeClr val="lt1"/>
              </a:buClr>
              <a:buSzPts val="1400"/>
              <a:buChar char="■"/>
              <a:defRPr>
                <a:solidFill>
                  <a:schemeClr val="lt1"/>
                </a:solidFill>
              </a:defRPr>
            </a:lvl3pPr>
            <a:lvl4pPr indent="-317500" lvl="3" marL="1828800">
              <a:spcBef>
                <a:spcPts val="0"/>
              </a:spcBef>
              <a:spcAft>
                <a:spcPts val="0"/>
              </a:spcAft>
              <a:buClr>
                <a:schemeClr val="lt1"/>
              </a:buClr>
              <a:buSzPts val="1400"/>
              <a:buChar char="●"/>
              <a:defRPr>
                <a:solidFill>
                  <a:schemeClr val="lt1"/>
                </a:solidFill>
              </a:defRPr>
            </a:lvl4pPr>
            <a:lvl5pPr indent="-317500" lvl="4" marL="2286000">
              <a:spcBef>
                <a:spcPts val="0"/>
              </a:spcBef>
              <a:spcAft>
                <a:spcPts val="0"/>
              </a:spcAft>
              <a:buClr>
                <a:schemeClr val="lt1"/>
              </a:buClr>
              <a:buSzPts val="1400"/>
              <a:buChar char="○"/>
              <a:defRPr>
                <a:solidFill>
                  <a:schemeClr val="lt1"/>
                </a:solidFill>
              </a:defRPr>
            </a:lvl5pPr>
            <a:lvl6pPr indent="-317500" lvl="5" marL="2743200">
              <a:spcBef>
                <a:spcPts val="0"/>
              </a:spcBef>
              <a:spcAft>
                <a:spcPts val="0"/>
              </a:spcAft>
              <a:buClr>
                <a:schemeClr val="lt1"/>
              </a:buClr>
              <a:buSzPts val="1400"/>
              <a:buChar char="■"/>
              <a:defRPr>
                <a:solidFill>
                  <a:schemeClr val="lt1"/>
                </a:solidFill>
              </a:defRPr>
            </a:lvl6pPr>
            <a:lvl7pPr indent="-317500" lvl="6" marL="3200400">
              <a:spcBef>
                <a:spcPts val="0"/>
              </a:spcBef>
              <a:spcAft>
                <a:spcPts val="0"/>
              </a:spcAft>
              <a:buClr>
                <a:schemeClr val="lt1"/>
              </a:buClr>
              <a:buSzPts val="1400"/>
              <a:buChar char="●"/>
              <a:defRPr>
                <a:solidFill>
                  <a:schemeClr val="lt1"/>
                </a:solidFill>
              </a:defRPr>
            </a:lvl7pPr>
            <a:lvl8pPr indent="-317500" lvl="7" marL="3657600">
              <a:spcBef>
                <a:spcPts val="0"/>
              </a:spcBef>
              <a:spcAft>
                <a:spcPts val="0"/>
              </a:spcAft>
              <a:buClr>
                <a:schemeClr val="lt1"/>
              </a:buClr>
              <a:buSzPts val="1400"/>
              <a:buChar char="○"/>
              <a:defRPr>
                <a:solidFill>
                  <a:schemeClr val="lt1"/>
                </a:solidFill>
              </a:defRPr>
            </a:lvl8pPr>
            <a:lvl9pPr indent="-317500" lvl="8" marL="4114800">
              <a:spcBef>
                <a:spcPts val="0"/>
              </a:spcBef>
              <a:spcAft>
                <a:spcPts val="0"/>
              </a:spcAft>
              <a:buClr>
                <a:schemeClr val="lt1"/>
              </a:buClr>
              <a:buSzPts val="1400"/>
              <a:buChar char="■"/>
              <a:defRPr>
                <a:solidFill>
                  <a:schemeClr val="lt1"/>
                </a:solidFill>
              </a:defRPr>
            </a:lvl9pPr>
          </a:lstStyle>
          <a:p/>
        </p:txBody>
      </p:sp>
      <p:sp>
        <p:nvSpPr>
          <p:cNvPr id="47" name="Google Shape;47;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8" name="Shape 48"/>
        <p:cNvGrpSpPr/>
        <p:nvPr/>
      </p:nvGrpSpPr>
      <p:grpSpPr>
        <a:xfrm>
          <a:off x="0" y="0"/>
          <a:ext cx="0" cy="0"/>
          <a:chOff x="0" y="0"/>
          <a:chExt cx="0" cy="0"/>
        </a:xfrm>
      </p:grpSpPr>
      <p:sp>
        <p:nvSpPr>
          <p:cNvPr id="49" name="Google Shape;49;p10"/>
          <p:cNvSpPr txBox="1"/>
          <p:nvPr>
            <p:ph idx="1" type="body"/>
          </p:nvPr>
        </p:nvSpPr>
        <p:spPr>
          <a:xfrm>
            <a:off x="319500" y="4218925"/>
            <a:ext cx="5998800" cy="5988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2400"/>
              <a:buFont typeface="Economica"/>
              <a:buNone/>
              <a:defRPr sz="2400">
                <a:latin typeface="Economica"/>
                <a:ea typeface="Economica"/>
                <a:cs typeface="Economica"/>
                <a:sym typeface="Economica"/>
              </a:defRPr>
            </a:lvl1pPr>
          </a:lstStyle>
          <a:p/>
        </p:txBody>
      </p:sp>
      <p:sp>
        <p:nvSpPr>
          <p:cNvPr id="50" name="Google Shape;50;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51" name="Shape 51"/>
        <p:cNvGrpSpPr/>
        <p:nvPr/>
      </p:nvGrpSpPr>
      <p:grpSpPr>
        <a:xfrm>
          <a:off x="0" y="0"/>
          <a:ext cx="0" cy="0"/>
          <a:chOff x="0" y="0"/>
          <a:chExt cx="0" cy="0"/>
        </a:xfrm>
      </p:grpSpPr>
      <p:sp>
        <p:nvSpPr>
          <p:cNvPr id="52" name="Google Shape;52;p11"/>
          <p:cNvSpPr/>
          <p:nvPr/>
        </p:nvSpPr>
        <p:spPr>
          <a:xfrm>
            <a:off x="0" y="5045700"/>
            <a:ext cx="9144000" cy="9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p11"/>
          <p:cNvSpPr txBox="1"/>
          <p:nvPr>
            <p:ph hasCustomPrompt="1" type="title"/>
          </p:nvPr>
        </p:nvSpPr>
        <p:spPr>
          <a:xfrm>
            <a:off x="311700" y="957125"/>
            <a:ext cx="8520600" cy="21288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lt2"/>
              </a:buClr>
              <a:buSzPts val="16000"/>
              <a:buNone/>
              <a:defRPr sz="16000">
                <a:solidFill>
                  <a:schemeClr val="lt2"/>
                </a:solidFill>
              </a:defRPr>
            </a:lvl1pPr>
            <a:lvl2pPr lvl="1" algn="ctr">
              <a:spcBef>
                <a:spcPts val="0"/>
              </a:spcBef>
              <a:spcAft>
                <a:spcPts val="0"/>
              </a:spcAft>
              <a:buClr>
                <a:schemeClr val="lt2"/>
              </a:buClr>
              <a:buSzPts val="16000"/>
              <a:buNone/>
              <a:defRPr sz="16000">
                <a:solidFill>
                  <a:schemeClr val="lt2"/>
                </a:solidFill>
              </a:defRPr>
            </a:lvl2pPr>
            <a:lvl3pPr lvl="2" algn="ctr">
              <a:spcBef>
                <a:spcPts val="0"/>
              </a:spcBef>
              <a:spcAft>
                <a:spcPts val="0"/>
              </a:spcAft>
              <a:buClr>
                <a:schemeClr val="lt2"/>
              </a:buClr>
              <a:buSzPts val="16000"/>
              <a:buNone/>
              <a:defRPr sz="16000">
                <a:solidFill>
                  <a:schemeClr val="lt2"/>
                </a:solidFill>
              </a:defRPr>
            </a:lvl3pPr>
            <a:lvl4pPr lvl="3" algn="ctr">
              <a:spcBef>
                <a:spcPts val="0"/>
              </a:spcBef>
              <a:spcAft>
                <a:spcPts val="0"/>
              </a:spcAft>
              <a:buClr>
                <a:schemeClr val="lt2"/>
              </a:buClr>
              <a:buSzPts val="16000"/>
              <a:buNone/>
              <a:defRPr sz="16000">
                <a:solidFill>
                  <a:schemeClr val="lt2"/>
                </a:solidFill>
              </a:defRPr>
            </a:lvl4pPr>
            <a:lvl5pPr lvl="4" algn="ctr">
              <a:spcBef>
                <a:spcPts val="0"/>
              </a:spcBef>
              <a:spcAft>
                <a:spcPts val="0"/>
              </a:spcAft>
              <a:buClr>
                <a:schemeClr val="lt2"/>
              </a:buClr>
              <a:buSzPts val="16000"/>
              <a:buNone/>
              <a:defRPr sz="16000">
                <a:solidFill>
                  <a:schemeClr val="lt2"/>
                </a:solidFill>
              </a:defRPr>
            </a:lvl5pPr>
            <a:lvl6pPr lvl="5" algn="ctr">
              <a:spcBef>
                <a:spcPts val="0"/>
              </a:spcBef>
              <a:spcAft>
                <a:spcPts val="0"/>
              </a:spcAft>
              <a:buClr>
                <a:schemeClr val="lt2"/>
              </a:buClr>
              <a:buSzPts val="16000"/>
              <a:buNone/>
              <a:defRPr sz="16000">
                <a:solidFill>
                  <a:schemeClr val="lt2"/>
                </a:solidFill>
              </a:defRPr>
            </a:lvl6pPr>
            <a:lvl7pPr lvl="6" algn="ctr">
              <a:spcBef>
                <a:spcPts val="0"/>
              </a:spcBef>
              <a:spcAft>
                <a:spcPts val="0"/>
              </a:spcAft>
              <a:buClr>
                <a:schemeClr val="lt2"/>
              </a:buClr>
              <a:buSzPts val="16000"/>
              <a:buNone/>
              <a:defRPr sz="16000">
                <a:solidFill>
                  <a:schemeClr val="lt2"/>
                </a:solidFill>
              </a:defRPr>
            </a:lvl7pPr>
            <a:lvl8pPr lvl="7" algn="ctr">
              <a:spcBef>
                <a:spcPts val="0"/>
              </a:spcBef>
              <a:spcAft>
                <a:spcPts val="0"/>
              </a:spcAft>
              <a:buClr>
                <a:schemeClr val="lt2"/>
              </a:buClr>
              <a:buSzPts val="16000"/>
              <a:buNone/>
              <a:defRPr sz="16000">
                <a:solidFill>
                  <a:schemeClr val="lt2"/>
                </a:solidFill>
              </a:defRPr>
            </a:lvl8pPr>
            <a:lvl9pPr lvl="8" algn="ctr">
              <a:spcBef>
                <a:spcPts val="0"/>
              </a:spcBef>
              <a:spcAft>
                <a:spcPts val="0"/>
              </a:spcAft>
              <a:buClr>
                <a:schemeClr val="lt2"/>
              </a:buClr>
              <a:buSzPts val="16000"/>
              <a:buNone/>
              <a:defRPr sz="16000">
                <a:solidFill>
                  <a:schemeClr val="lt2"/>
                </a:solidFill>
              </a:defRPr>
            </a:lvl9pPr>
          </a:lstStyle>
          <a:p>
            <a:r>
              <a:t>xx%</a:t>
            </a:r>
          </a:p>
        </p:txBody>
      </p:sp>
      <p:sp>
        <p:nvSpPr>
          <p:cNvPr id="54" name="Google Shape;54;p11"/>
          <p:cNvSpPr txBox="1"/>
          <p:nvPr>
            <p:ph idx="1" type="body"/>
          </p:nvPr>
        </p:nvSpPr>
        <p:spPr>
          <a:xfrm>
            <a:off x="311700" y="3162000"/>
            <a:ext cx="8520600" cy="10716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55" name="Google Shape;55;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6" name="Shape 56"/>
        <p:cNvGrpSpPr/>
        <p:nvPr/>
      </p:nvGrpSpPr>
      <p:grpSpPr>
        <a:xfrm>
          <a:off x="0" y="0"/>
          <a:ext cx="0" cy="0"/>
          <a:chOff x="0" y="0"/>
          <a:chExt cx="0" cy="0"/>
        </a:xfrm>
      </p:grpSpPr>
      <p:sp>
        <p:nvSpPr>
          <p:cNvPr id="57" name="Google Shape;57;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luxe">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315925"/>
            <a:ext cx="8520600" cy="831300"/>
          </a:xfrm>
          <a:prstGeom prst="rect">
            <a:avLst/>
          </a:prstGeom>
          <a:noFill/>
          <a:ln>
            <a:noFill/>
          </a:ln>
        </p:spPr>
        <p:txBody>
          <a:bodyPr anchorCtr="0" anchor="b" bIns="91425" lIns="91425" spcFirstLastPara="1" rIns="91425" wrap="square" tIns="91425">
            <a:normAutofit/>
          </a:bodyPr>
          <a:lstStyle>
            <a:lvl1pPr lvl="0">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1pPr>
            <a:lvl2pPr lvl="1">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2pPr>
            <a:lvl3pPr lvl="2">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3pPr>
            <a:lvl4pPr lvl="3">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4pPr>
            <a:lvl5pPr lvl="4">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5pPr>
            <a:lvl6pPr lvl="5">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6pPr>
            <a:lvl7pPr lvl="6">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7pPr>
            <a:lvl8pPr lvl="7">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8pPr>
            <a:lvl9pPr lvl="8">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9pPr>
          </a:lstStyle>
          <a:p/>
        </p:txBody>
      </p:sp>
      <p:sp>
        <p:nvSpPr>
          <p:cNvPr id="7" name="Google Shape;7;p1"/>
          <p:cNvSpPr txBox="1"/>
          <p:nvPr>
            <p:ph idx="1" type="body"/>
          </p:nvPr>
        </p:nvSpPr>
        <p:spPr>
          <a:xfrm>
            <a:off x="311700" y="1225225"/>
            <a:ext cx="8520600" cy="33540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1"/>
              </a:buClr>
              <a:buSzPts val="1800"/>
              <a:buFont typeface="Open Sans"/>
              <a:buChar char="●"/>
              <a:defRPr sz="1800">
                <a:solidFill>
                  <a:schemeClr val="dk1"/>
                </a:solidFill>
                <a:latin typeface="Open Sans"/>
                <a:ea typeface="Open Sans"/>
                <a:cs typeface="Open Sans"/>
                <a:sym typeface="Open Sans"/>
              </a:defRPr>
            </a:lvl1pPr>
            <a:lvl2pPr indent="-317500" lvl="1" marL="914400">
              <a:lnSpc>
                <a:spcPct val="115000"/>
              </a:lnSpc>
              <a:spcBef>
                <a:spcPts val="0"/>
              </a:spcBef>
              <a:spcAft>
                <a:spcPts val="0"/>
              </a:spcAft>
              <a:buClr>
                <a:schemeClr val="dk1"/>
              </a:buClr>
              <a:buSzPts val="1400"/>
              <a:buFont typeface="Open Sans"/>
              <a:buChar char="○"/>
              <a:defRPr>
                <a:solidFill>
                  <a:schemeClr val="dk1"/>
                </a:solidFill>
                <a:latin typeface="Open Sans"/>
                <a:ea typeface="Open Sans"/>
                <a:cs typeface="Open Sans"/>
                <a:sym typeface="Open Sans"/>
              </a:defRPr>
            </a:lvl2pPr>
            <a:lvl3pPr indent="-317500" lvl="2" marL="1371600">
              <a:lnSpc>
                <a:spcPct val="115000"/>
              </a:lnSpc>
              <a:spcBef>
                <a:spcPts val="0"/>
              </a:spcBef>
              <a:spcAft>
                <a:spcPts val="0"/>
              </a:spcAft>
              <a:buClr>
                <a:schemeClr val="dk1"/>
              </a:buClr>
              <a:buSzPts val="1400"/>
              <a:buFont typeface="Open Sans"/>
              <a:buChar char="■"/>
              <a:defRPr>
                <a:solidFill>
                  <a:schemeClr val="dk1"/>
                </a:solidFill>
                <a:latin typeface="Open Sans"/>
                <a:ea typeface="Open Sans"/>
                <a:cs typeface="Open Sans"/>
                <a:sym typeface="Open Sans"/>
              </a:defRPr>
            </a:lvl3pPr>
            <a:lvl4pPr indent="-317500" lvl="3" marL="1828800">
              <a:lnSpc>
                <a:spcPct val="115000"/>
              </a:lnSpc>
              <a:spcBef>
                <a:spcPts val="0"/>
              </a:spcBef>
              <a:spcAft>
                <a:spcPts val="0"/>
              </a:spcAft>
              <a:buClr>
                <a:schemeClr val="dk1"/>
              </a:buClr>
              <a:buSzPts val="1400"/>
              <a:buFont typeface="Open Sans"/>
              <a:buChar char="●"/>
              <a:defRPr>
                <a:solidFill>
                  <a:schemeClr val="dk1"/>
                </a:solidFill>
                <a:latin typeface="Open Sans"/>
                <a:ea typeface="Open Sans"/>
                <a:cs typeface="Open Sans"/>
                <a:sym typeface="Open Sans"/>
              </a:defRPr>
            </a:lvl4pPr>
            <a:lvl5pPr indent="-317500" lvl="4" marL="2286000">
              <a:lnSpc>
                <a:spcPct val="115000"/>
              </a:lnSpc>
              <a:spcBef>
                <a:spcPts val="0"/>
              </a:spcBef>
              <a:spcAft>
                <a:spcPts val="0"/>
              </a:spcAft>
              <a:buClr>
                <a:schemeClr val="dk1"/>
              </a:buClr>
              <a:buSzPts val="1400"/>
              <a:buFont typeface="Open Sans"/>
              <a:buChar char="○"/>
              <a:defRPr>
                <a:solidFill>
                  <a:schemeClr val="dk1"/>
                </a:solidFill>
                <a:latin typeface="Open Sans"/>
                <a:ea typeface="Open Sans"/>
                <a:cs typeface="Open Sans"/>
                <a:sym typeface="Open Sans"/>
              </a:defRPr>
            </a:lvl5pPr>
            <a:lvl6pPr indent="-317500" lvl="5" marL="2743200">
              <a:lnSpc>
                <a:spcPct val="115000"/>
              </a:lnSpc>
              <a:spcBef>
                <a:spcPts val="0"/>
              </a:spcBef>
              <a:spcAft>
                <a:spcPts val="0"/>
              </a:spcAft>
              <a:buClr>
                <a:schemeClr val="dk1"/>
              </a:buClr>
              <a:buSzPts val="1400"/>
              <a:buFont typeface="Open Sans"/>
              <a:buChar char="■"/>
              <a:defRPr>
                <a:solidFill>
                  <a:schemeClr val="dk1"/>
                </a:solidFill>
                <a:latin typeface="Open Sans"/>
                <a:ea typeface="Open Sans"/>
                <a:cs typeface="Open Sans"/>
                <a:sym typeface="Open Sans"/>
              </a:defRPr>
            </a:lvl6pPr>
            <a:lvl7pPr indent="-317500" lvl="6" marL="3200400">
              <a:lnSpc>
                <a:spcPct val="115000"/>
              </a:lnSpc>
              <a:spcBef>
                <a:spcPts val="0"/>
              </a:spcBef>
              <a:spcAft>
                <a:spcPts val="0"/>
              </a:spcAft>
              <a:buClr>
                <a:schemeClr val="dk1"/>
              </a:buClr>
              <a:buSzPts val="1400"/>
              <a:buFont typeface="Open Sans"/>
              <a:buChar char="●"/>
              <a:defRPr>
                <a:solidFill>
                  <a:schemeClr val="dk1"/>
                </a:solidFill>
                <a:latin typeface="Open Sans"/>
                <a:ea typeface="Open Sans"/>
                <a:cs typeface="Open Sans"/>
                <a:sym typeface="Open Sans"/>
              </a:defRPr>
            </a:lvl7pPr>
            <a:lvl8pPr indent="-317500" lvl="7" marL="3657600">
              <a:lnSpc>
                <a:spcPct val="115000"/>
              </a:lnSpc>
              <a:spcBef>
                <a:spcPts val="0"/>
              </a:spcBef>
              <a:spcAft>
                <a:spcPts val="0"/>
              </a:spcAft>
              <a:buClr>
                <a:schemeClr val="dk1"/>
              </a:buClr>
              <a:buSzPts val="1400"/>
              <a:buFont typeface="Open Sans"/>
              <a:buChar char="○"/>
              <a:defRPr>
                <a:solidFill>
                  <a:schemeClr val="dk1"/>
                </a:solidFill>
                <a:latin typeface="Open Sans"/>
                <a:ea typeface="Open Sans"/>
                <a:cs typeface="Open Sans"/>
                <a:sym typeface="Open Sans"/>
              </a:defRPr>
            </a:lvl8pPr>
            <a:lvl9pPr indent="-317500" lvl="8" marL="4114800">
              <a:lnSpc>
                <a:spcPct val="115000"/>
              </a:lnSpc>
              <a:spcBef>
                <a:spcPts val="0"/>
              </a:spcBef>
              <a:spcAft>
                <a:spcPts val="0"/>
              </a:spcAft>
              <a:buClr>
                <a:schemeClr val="dk1"/>
              </a:buClr>
              <a:buSzPts val="1400"/>
              <a:buFont typeface="Open Sans"/>
              <a:buChar char="■"/>
              <a:defRPr>
                <a:solidFill>
                  <a:schemeClr val="dk1"/>
                </a:solidFill>
                <a:latin typeface="Open Sans"/>
                <a:ea typeface="Open Sans"/>
                <a:cs typeface="Open Sans"/>
                <a:sym typeface="Open Sans"/>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1"/>
                </a:solidFill>
                <a:latin typeface="Economica"/>
                <a:ea typeface="Economica"/>
                <a:cs typeface="Economica"/>
                <a:sym typeface="Economica"/>
              </a:defRPr>
            </a:lvl1pPr>
            <a:lvl2pPr lvl="1" algn="r">
              <a:buNone/>
              <a:defRPr sz="1000">
                <a:solidFill>
                  <a:schemeClr val="dk1"/>
                </a:solidFill>
                <a:latin typeface="Economica"/>
                <a:ea typeface="Economica"/>
                <a:cs typeface="Economica"/>
                <a:sym typeface="Economica"/>
              </a:defRPr>
            </a:lvl2pPr>
            <a:lvl3pPr lvl="2" algn="r">
              <a:buNone/>
              <a:defRPr sz="1000">
                <a:solidFill>
                  <a:schemeClr val="dk1"/>
                </a:solidFill>
                <a:latin typeface="Economica"/>
                <a:ea typeface="Economica"/>
                <a:cs typeface="Economica"/>
                <a:sym typeface="Economica"/>
              </a:defRPr>
            </a:lvl3pPr>
            <a:lvl4pPr lvl="3" algn="r">
              <a:buNone/>
              <a:defRPr sz="1000">
                <a:solidFill>
                  <a:schemeClr val="dk1"/>
                </a:solidFill>
                <a:latin typeface="Economica"/>
                <a:ea typeface="Economica"/>
                <a:cs typeface="Economica"/>
                <a:sym typeface="Economica"/>
              </a:defRPr>
            </a:lvl4pPr>
            <a:lvl5pPr lvl="4" algn="r">
              <a:buNone/>
              <a:defRPr sz="1000">
                <a:solidFill>
                  <a:schemeClr val="dk1"/>
                </a:solidFill>
                <a:latin typeface="Economica"/>
                <a:ea typeface="Economica"/>
                <a:cs typeface="Economica"/>
                <a:sym typeface="Economica"/>
              </a:defRPr>
            </a:lvl5pPr>
            <a:lvl6pPr lvl="5" algn="r">
              <a:buNone/>
              <a:defRPr sz="1000">
                <a:solidFill>
                  <a:schemeClr val="dk1"/>
                </a:solidFill>
                <a:latin typeface="Economica"/>
                <a:ea typeface="Economica"/>
                <a:cs typeface="Economica"/>
                <a:sym typeface="Economica"/>
              </a:defRPr>
            </a:lvl6pPr>
            <a:lvl7pPr lvl="6" algn="r">
              <a:buNone/>
              <a:defRPr sz="1000">
                <a:solidFill>
                  <a:schemeClr val="dk1"/>
                </a:solidFill>
                <a:latin typeface="Economica"/>
                <a:ea typeface="Economica"/>
                <a:cs typeface="Economica"/>
                <a:sym typeface="Economica"/>
              </a:defRPr>
            </a:lvl7pPr>
            <a:lvl8pPr lvl="7" algn="r">
              <a:buNone/>
              <a:defRPr sz="1000">
                <a:solidFill>
                  <a:schemeClr val="dk1"/>
                </a:solidFill>
                <a:latin typeface="Economica"/>
                <a:ea typeface="Economica"/>
                <a:cs typeface="Economica"/>
                <a:sym typeface="Economica"/>
              </a:defRPr>
            </a:lvl8pPr>
            <a:lvl9pPr lvl="8" algn="r">
              <a:buNone/>
              <a:defRPr sz="1000">
                <a:solidFill>
                  <a:schemeClr val="dk1"/>
                </a:solidFill>
                <a:latin typeface="Economica"/>
                <a:ea typeface="Economica"/>
                <a:cs typeface="Economica"/>
                <a:sym typeface="Economica"/>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1.png"/><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8.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7.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9.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 name="Shape 61"/>
        <p:cNvGrpSpPr/>
        <p:nvPr/>
      </p:nvGrpSpPr>
      <p:grpSpPr>
        <a:xfrm>
          <a:off x="0" y="0"/>
          <a:ext cx="0" cy="0"/>
          <a:chOff x="0" y="0"/>
          <a:chExt cx="0" cy="0"/>
        </a:xfrm>
      </p:grpSpPr>
      <p:sp>
        <p:nvSpPr>
          <p:cNvPr id="62" name="Google Shape;62;p13"/>
          <p:cNvSpPr txBox="1"/>
          <p:nvPr>
            <p:ph type="ctrTitle"/>
          </p:nvPr>
        </p:nvSpPr>
        <p:spPr>
          <a:xfrm>
            <a:off x="1110150" y="698450"/>
            <a:ext cx="7296900" cy="11685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sz="4000"/>
              <a:t>Unequal Force: </a:t>
            </a:r>
            <a:endParaRPr sz="4000"/>
          </a:p>
          <a:p>
            <a:pPr indent="0" lvl="0" marL="0" rtl="0" algn="ctr">
              <a:spcBef>
                <a:spcPts val="0"/>
              </a:spcBef>
              <a:spcAft>
                <a:spcPts val="0"/>
              </a:spcAft>
              <a:buNone/>
            </a:pPr>
            <a:r>
              <a:rPr lang="en" sz="2400"/>
              <a:t>Analyzing Police Killings Across America</a:t>
            </a:r>
            <a:endParaRPr sz="2400"/>
          </a:p>
        </p:txBody>
      </p:sp>
      <p:sp>
        <p:nvSpPr>
          <p:cNvPr id="63" name="Google Shape;63;p13"/>
          <p:cNvSpPr txBox="1"/>
          <p:nvPr>
            <p:ph idx="1" type="subTitle"/>
          </p:nvPr>
        </p:nvSpPr>
        <p:spPr>
          <a:xfrm>
            <a:off x="394500" y="2100000"/>
            <a:ext cx="8520600" cy="792600"/>
          </a:xfrm>
          <a:prstGeom prst="rect">
            <a:avLst/>
          </a:prstGeom>
        </p:spPr>
        <p:txBody>
          <a:bodyPr anchorCtr="0" anchor="t" bIns="91425" lIns="91425" spcFirstLastPara="1" rIns="91425" wrap="square" tIns="91425">
            <a:normAutofit fontScale="47500" lnSpcReduction="20000"/>
          </a:bodyPr>
          <a:lstStyle/>
          <a:p>
            <a:pPr indent="0" lvl="0" marL="0" rtl="0" algn="ctr">
              <a:spcBef>
                <a:spcPts val="0"/>
              </a:spcBef>
              <a:spcAft>
                <a:spcPts val="0"/>
              </a:spcAft>
              <a:buNone/>
            </a:pPr>
            <a:r>
              <a:t/>
            </a:r>
            <a:endParaRPr/>
          </a:p>
          <a:p>
            <a:pPr indent="0" lvl="0" marL="0" rtl="0" algn="ctr">
              <a:spcBef>
                <a:spcPts val="0"/>
              </a:spcBef>
              <a:spcAft>
                <a:spcPts val="0"/>
              </a:spcAft>
              <a:buClr>
                <a:schemeClr val="dk1"/>
              </a:buClr>
              <a:buSzPts val="523"/>
              <a:buFont typeface="Arial"/>
              <a:buNone/>
            </a:pPr>
            <a:r>
              <a:rPr lang="en" sz="6000">
                <a:solidFill>
                  <a:schemeClr val="dk1"/>
                </a:solidFill>
              </a:rPr>
              <a:t>The </a:t>
            </a:r>
            <a:r>
              <a:rPr lang="en" sz="6000">
                <a:solidFill>
                  <a:schemeClr val="dk1"/>
                </a:solidFill>
              </a:rPr>
              <a:t>Data Vizards</a:t>
            </a:r>
            <a:endParaRPr sz="6000">
              <a:solidFill>
                <a:schemeClr val="dk1"/>
              </a:solidFill>
            </a:endParaRPr>
          </a:p>
          <a:p>
            <a:pPr indent="0" lvl="0" marL="0" rtl="0" algn="ctr">
              <a:spcBef>
                <a:spcPts val="0"/>
              </a:spcBef>
              <a:spcAft>
                <a:spcPts val="0"/>
              </a:spcAft>
              <a:buNone/>
            </a:pPr>
            <a:r>
              <a:t/>
            </a:r>
            <a:endParaRPr/>
          </a:p>
        </p:txBody>
      </p:sp>
      <p:sp>
        <p:nvSpPr>
          <p:cNvPr id="64" name="Google Shape;64;p13"/>
          <p:cNvSpPr txBox="1"/>
          <p:nvPr/>
        </p:nvSpPr>
        <p:spPr>
          <a:xfrm>
            <a:off x="2314800" y="2954700"/>
            <a:ext cx="4887600" cy="1416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800">
                <a:solidFill>
                  <a:schemeClr val="dk2"/>
                </a:solidFill>
              </a:rPr>
              <a:t>Ankita Mishra</a:t>
            </a:r>
            <a:endParaRPr sz="1800">
              <a:solidFill>
                <a:schemeClr val="dk2"/>
              </a:solidFill>
            </a:endParaRPr>
          </a:p>
          <a:p>
            <a:pPr indent="0" lvl="0" marL="0" rtl="0" algn="ctr">
              <a:spcBef>
                <a:spcPts val="0"/>
              </a:spcBef>
              <a:spcAft>
                <a:spcPts val="0"/>
              </a:spcAft>
              <a:buNone/>
            </a:pPr>
            <a:r>
              <a:rPr lang="en" sz="1800">
                <a:solidFill>
                  <a:schemeClr val="dk2"/>
                </a:solidFill>
              </a:rPr>
              <a:t>Kavana Manvi Krishnamurthy</a:t>
            </a:r>
            <a:endParaRPr sz="1800">
              <a:solidFill>
                <a:schemeClr val="dk2"/>
              </a:solidFill>
            </a:endParaRPr>
          </a:p>
          <a:p>
            <a:pPr indent="0" lvl="0" marL="0" rtl="0" algn="ctr">
              <a:spcBef>
                <a:spcPts val="0"/>
              </a:spcBef>
              <a:spcAft>
                <a:spcPts val="0"/>
              </a:spcAft>
              <a:buNone/>
            </a:pPr>
            <a:r>
              <a:rPr lang="en" sz="1800">
                <a:solidFill>
                  <a:schemeClr val="dk2"/>
                </a:solidFill>
              </a:rPr>
              <a:t>Sanchal Sunil Dhurve</a:t>
            </a:r>
            <a:endParaRPr sz="1800">
              <a:solidFill>
                <a:schemeClr val="dk2"/>
              </a:solidFill>
            </a:endParaRPr>
          </a:p>
          <a:p>
            <a:pPr indent="0" lvl="0" marL="0" rtl="0" algn="ctr">
              <a:spcBef>
                <a:spcPts val="0"/>
              </a:spcBef>
              <a:spcAft>
                <a:spcPts val="0"/>
              </a:spcAft>
              <a:buNone/>
            </a:pPr>
            <a:r>
              <a:rPr lang="en" sz="1800">
                <a:solidFill>
                  <a:schemeClr val="dk2"/>
                </a:solidFill>
              </a:rPr>
              <a:t>Jonathan Lindahl</a:t>
            </a:r>
            <a:endParaRPr sz="1800">
              <a:solidFill>
                <a:schemeClr val="dk2"/>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 name="Shape 68"/>
        <p:cNvGrpSpPr/>
        <p:nvPr/>
      </p:nvGrpSpPr>
      <p:grpSpPr>
        <a:xfrm>
          <a:off x="0" y="0"/>
          <a:ext cx="0" cy="0"/>
          <a:chOff x="0" y="0"/>
          <a:chExt cx="0" cy="0"/>
        </a:xfrm>
      </p:grpSpPr>
      <p:sp>
        <p:nvSpPr>
          <p:cNvPr id="69" name="Google Shape;69;p14"/>
          <p:cNvSpPr txBox="1"/>
          <p:nvPr>
            <p:ph type="title"/>
          </p:nvPr>
        </p:nvSpPr>
        <p:spPr>
          <a:xfrm>
            <a:off x="311700" y="315925"/>
            <a:ext cx="8520600" cy="8313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t>STORY</a:t>
            </a:r>
            <a:endParaRPr/>
          </a:p>
        </p:txBody>
      </p:sp>
      <p:sp>
        <p:nvSpPr>
          <p:cNvPr id="70" name="Google Shape;70;p14"/>
          <p:cNvSpPr txBox="1"/>
          <p:nvPr>
            <p:ph idx="1" type="body"/>
          </p:nvPr>
        </p:nvSpPr>
        <p:spPr>
          <a:xfrm>
            <a:off x="311700" y="1225225"/>
            <a:ext cx="8520600" cy="3354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b="1" lang="en" sz="1100">
                <a:solidFill>
                  <a:schemeClr val="dk1"/>
                </a:solidFill>
              </a:rPr>
              <a:t>The Initial Shock: Race &amp; Police Killings</a:t>
            </a:r>
            <a:br>
              <a:rPr b="1" lang="en" sz="1100">
                <a:solidFill>
                  <a:schemeClr val="dk1"/>
                </a:solidFill>
              </a:rPr>
            </a:br>
            <a:r>
              <a:rPr lang="en" sz="1100">
                <a:solidFill>
                  <a:schemeClr val="dk1"/>
                </a:solidFill>
              </a:rPr>
              <a:t>Focuses on racial disparities in police killings, analyzing trends over time, causes of death, and per capita rates by comparing racial groups to population data.</a:t>
            </a:r>
            <a:endParaRPr sz="1100">
              <a:solidFill>
                <a:schemeClr val="dk1"/>
              </a:solidFill>
            </a:endParaRPr>
          </a:p>
          <a:p>
            <a:pPr indent="0" lvl="0" marL="0" rtl="0" algn="l">
              <a:spcBef>
                <a:spcPts val="1200"/>
              </a:spcBef>
              <a:spcAft>
                <a:spcPts val="0"/>
              </a:spcAft>
              <a:buClr>
                <a:schemeClr val="dk1"/>
              </a:buClr>
              <a:buSzPts val="1100"/>
              <a:buFont typeface="Arial"/>
              <a:buNone/>
            </a:pPr>
            <a:r>
              <a:rPr b="1" lang="en" sz="1100">
                <a:latin typeface="Arial"/>
                <a:ea typeface="Arial"/>
                <a:cs typeface="Arial"/>
                <a:sym typeface="Arial"/>
              </a:rPr>
              <a:t>Armed vs. Unarmed Disparities</a:t>
            </a:r>
            <a:r>
              <a:rPr lang="en" sz="1100">
                <a:latin typeface="Arial"/>
                <a:ea typeface="Arial"/>
                <a:cs typeface="Arial"/>
                <a:sym typeface="Arial"/>
              </a:rPr>
              <a:t> Unarmed individuals, particularly from marginalized racial groups, face a significant risk of fatal police encounters, highlighting disparities in the perceived threat and response.</a:t>
            </a:r>
            <a:endParaRPr sz="1100"/>
          </a:p>
          <a:p>
            <a:pPr indent="0" lvl="0" marL="0" rtl="0" algn="l">
              <a:spcBef>
                <a:spcPts val="1200"/>
              </a:spcBef>
              <a:spcAft>
                <a:spcPts val="0"/>
              </a:spcAft>
              <a:buClr>
                <a:schemeClr val="dk1"/>
              </a:buClr>
              <a:buSzPts val="1100"/>
              <a:buFont typeface="Arial"/>
              <a:buNone/>
            </a:pPr>
            <a:r>
              <a:rPr b="1" lang="en" sz="1100"/>
              <a:t>The Geography of Risk </a:t>
            </a:r>
            <a:r>
              <a:rPr lang="en" sz="1100"/>
              <a:t>Explores location-based differences, including regions and high-risk community profiles.</a:t>
            </a:r>
            <a:endParaRPr sz="1100">
              <a:solidFill>
                <a:schemeClr val="dk1"/>
              </a:solidFill>
            </a:endParaRPr>
          </a:p>
          <a:p>
            <a:pPr indent="0" lvl="0" marL="0" rtl="0" algn="l">
              <a:spcBef>
                <a:spcPts val="1200"/>
              </a:spcBef>
              <a:spcAft>
                <a:spcPts val="0"/>
              </a:spcAft>
              <a:buClr>
                <a:schemeClr val="dk1"/>
              </a:buClr>
              <a:buSzPts val="1100"/>
              <a:buFont typeface="Arial"/>
              <a:buNone/>
            </a:pPr>
            <a:r>
              <a:rPr b="1" lang="en" sz="1100">
                <a:solidFill>
                  <a:schemeClr val="dk1"/>
                </a:solidFill>
              </a:rPr>
              <a:t>When Factors Collide: The Intersectionality Analysis</a:t>
            </a:r>
            <a:br>
              <a:rPr b="1" lang="en" sz="1100">
                <a:solidFill>
                  <a:schemeClr val="dk1"/>
                </a:solidFill>
              </a:rPr>
            </a:br>
            <a:r>
              <a:rPr lang="en" sz="1100">
                <a:solidFill>
                  <a:schemeClr val="dk1"/>
                </a:solidFill>
              </a:rPr>
              <a:t>Investigates how intersecting factors like race, income, gender, age, and geography create compounded vulnerabilities, and explores whether being armed or the cause of death adds to the risk.</a:t>
            </a:r>
            <a:endParaRPr sz="1100">
              <a:solidFill>
                <a:schemeClr val="dk1"/>
              </a:solidFill>
            </a:endParaRPr>
          </a:p>
          <a:p>
            <a:pPr indent="0" lvl="0" marL="0" rtl="0" algn="l">
              <a:spcBef>
                <a:spcPts val="1200"/>
              </a:spcBef>
              <a:spcAft>
                <a:spcPts val="1200"/>
              </a:spcAft>
              <a:buNone/>
            </a:pPr>
            <a:r>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 name="Shape 74"/>
        <p:cNvGrpSpPr/>
        <p:nvPr/>
      </p:nvGrpSpPr>
      <p:grpSpPr>
        <a:xfrm>
          <a:off x="0" y="0"/>
          <a:ext cx="0" cy="0"/>
          <a:chOff x="0" y="0"/>
          <a:chExt cx="0" cy="0"/>
        </a:xfrm>
      </p:grpSpPr>
      <p:sp>
        <p:nvSpPr>
          <p:cNvPr id="75" name="Google Shape;75;p15"/>
          <p:cNvSpPr txBox="1"/>
          <p:nvPr/>
        </p:nvSpPr>
        <p:spPr>
          <a:xfrm>
            <a:off x="2298150" y="247600"/>
            <a:ext cx="4122000" cy="4311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1200"/>
              </a:spcAft>
              <a:buNone/>
            </a:pPr>
            <a:r>
              <a:rPr b="1" lang="en" sz="1600">
                <a:solidFill>
                  <a:schemeClr val="dk1"/>
                </a:solidFill>
                <a:latin typeface="Open Sans"/>
                <a:ea typeface="Open Sans"/>
                <a:cs typeface="Open Sans"/>
                <a:sym typeface="Open Sans"/>
              </a:rPr>
              <a:t>The Initial Shock: Race &amp; Police Killings</a:t>
            </a:r>
            <a:endParaRPr sz="1900"/>
          </a:p>
        </p:txBody>
      </p:sp>
      <p:sp>
        <p:nvSpPr>
          <p:cNvPr id="76" name="Google Shape;76;p15"/>
          <p:cNvSpPr txBox="1"/>
          <p:nvPr/>
        </p:nvSpPr>
        <p:spPr>
          <a:xfrm>
            <a:off x="6439200" y="1204625"/>
            <a:ext cx="2297400" cy="1438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1800">
              <a:solidFill>
                <a:schemeClr val="dk1"/>
              </a:solidFill>
              <a:latin typeface="Open Sans"/>
              <a:ea typeface="Open Sans"/>
              <a:cs typeface="Open Sans"/>
              <a:sym typeface="Open Sans"/>
            </a:endParaRPr>
          </a:p>
        </p:txBody>
      </p:sp>
      <p:pic>
        <p:nvPicPr>
          <p:cNvPr id="77" name="Google Shape;77;p15"/>
          <p:cNvPicPr preferRelativeResize="0"/>
          <p:nvPr/>
        </p:nvPicPr>
        <p:blipFill>
          <a:blip r:embed="rId3">
            <a:alphaModFix/>
          </a:blip>
          <a:stretch>
            <a:fillRect/>
          </a:stretch>
        </p:blipFill>
        <p:spPr>
          <a:xfrm>
            <a:off x="862125" y="832400"/>
            <a:ext cx="3709885" cy="4159999"/>
          </a:xfrm>
          <a:prstGeom prst="rect">
            <a:avLst/>
          </a:prstGeom>
          <a:noFill/>
          <a:ln>
            <a:noFill/>
          </a:ln>
        </p:spPr>
      </p:pic>
      <p:pic>
        <p:nvPicPr>
          <p:cNvPr id="78" name="Google Shape;78;p15"/>
          <p:cNvPicPr preferRelativeResize="0"/>
          <p:nvPr/>
        </p:nvPicPr>
        <p:blipFill>
          <a:blip r:embed="rId4">
            <a:alphaModFix/>
          </a:blip>
          <a:stretch>
            <a:fillRect/>
          </a:stretch>
        </p:blipFill>
        <p:spPr>
          <a:xfrm>
            <a:off x="5111675" y="880032"/>
            <a:ext cx="3624926" cy="4064732"/>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 name="Shape 82"/>
        <p:cNvGrpSpPr/>
        <p:nvPr/>
      </p:nvGrpSpPr>
      <p:grpSpPr>
        <a:xfrm>
          <a:off x="0" y="0"/>
          <a:ext cx="0" cy="0"/>
          <a:chOff x="0" y="0"/>
          <a:chExt cx="0" cy="0"/>
        </a:xfrm>
      </p:grpSpPr>
      <p:pic>
        <p:nvPicPr>
          <p:cNvPr id="83" name="Google Shape;83;p16"/>
          <p:cNvPicPr preferRelativeResize="0"/>
          <p:nvPr/>
        </p:nvPicPr>
        <p:blipFill>
          <a:blip r:embed="rId3">
            <a:alphaModFix/>
          </a:blip>
          <a:stretch>
            <a:fillRect/>
          </a:stretch>
        </p:blipFill>
        <p:spPr>
          <a:xfrm>
            <a:off x="267500" y="979250"/>
            <a:ext cx="5391852" cy="3787299"/>
          </a:xfrm>
          <a:prstGeom prst="rect">
            <a:avLst/>
          </a:prstGeom>
          <a:noFill/>
          <a:ln>
            <a:noFill/>
          </a:ln>
        </p:spPr>
      </p:pic>
      <p:sp>
        <p:nvSpPr>
          <p:cNvPr id="84" name="Google Shape;84;p16"/>
          <p:cNvSpPr txBox="1"/>
          <p:nvPr/>
        </p:nvSpPr>
        <p:spPr>
          <a:xfrm>
            <a:off x="5946200" y="1078038"/>
            <a:ext cx="3000000" cy="2385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100">
                <a:solidFill>
                  <a:schemeClr val="dk1"/>
                </a:solidFill>
              </a:rPr>
              <a:t>Younger Median Age at Death for Black Individuals</a:t>
            </a:r>
            <a:r>
              <a:rPr lang="en" sz="1100">
                <a:solidFill>
                  <a:schemeClr val="dk1"/>
                </a:solidFill>
              </a:rPr>
              <a:t>: Black individuals experience a significantly lower median age at death compared to White individuals, indicating that younger Black people are disproportionately affected in police-related deaths.</a:t>
            </a:r>
            <a:endParaRPr sz="1100">
              <a:solidFill>
                <a:schemeClr val="dk1"/>
              </a:solidFill>
            </a:endParaRPr>
          </a:p>
          <a:p>
            <a:pPr indent="0" lvl="0" marL="0" rtl="0" algn="l">
              <a:spcBef>
                <a:spcPts val="0"/>
              </a:spcBef>
              <a:spcAft>
                <a:spcPts val="0"/>
              </a:spcAft>
              <a:buNone/>
            </a:pPr>
            <a:r>
              <a:t/>
            </a:r>
            <a:endParaRPr sz="1100">
              <a:solidFill>
                <a:schemeClr val="dk1"/>
              </a:solidFill>
            </a:endParaRPr>
          </a:p>
          <a:p>
            <a:pPr indent="0" lvl="0" marL="0" rtl="0" algn="l">
              <a:spcBef>
                <a:spcPts val="0"/>
              </a:spcBef>
              <a:spcAft>
                <a:spcPts val="0"/>
              </a:spcAft>
              <a:buNone/>
            </a:pPr>
            <a:r>
              <a:rPr b="1" lang="en" sz="1100">
                <a:solidFill>
                  <a:schemeClr val="dk1"/>
                </a:solidFill>
              </a:rPr>
              <a:t>Concerning Trend Among Black and Hispanic Populations</a:t>
            </a:r>
            <a:r>
              <a:rPr lang="en" sz="1100">
                <a:solidFill>
                  <a:schemeClr val="dk1"/>
                </a:solidFill>
              </a:rPr>
              <a:t>: The skew toward younger ages in police-related deaths for Black and Hispanic individuals highlights a troubling trend, with these populations being impacted more frequently at younger age.</a:t>
            </a:r>
            <a:endParaRPr sz="1100">
              <a:solidFill>
                <a:schemeClr val="dk1"/>
              </a:solidFill>
            </a:endParaRPr>
          </a:p>
        </p:txBody>
      </p:sp>
      <p:sp>
        <p:nvSpPr>
          <p:cNvPr id="85" name="Google Shape;85;p16"/>
          <p:cNvSpPr txBox="1"/>
          <p:nvPr/>
        </p:nvSpPr>
        <p:spPr>
          <a:xfrm>
            <a:off x="2298150" y="247600"/>
            <a:ext cx="4122000" cy="4311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1200"/>
              </a:spcAft>
              <a:buNone/>
            </a:pPr>
            <a:r>
              <a:rPr b="1" lang="en" sz="1600">
                <a:solidFill>
                  <a:schemeClr val="dk1"/>
                </a:solidFill>
                <a:latin typeface="Open Sans"/>
                <a:ea typeface="Open Sans"/>
                <a:cs typeface="Open Sans"/>
                <a:sym typeface="Open Sans"/>
              </a:rPr>
              <a:t>The Initial Shock: Race &amp; Police Killings</a:t>
            </a:r>
            <a:endParaRPr sz="1900"/>
          </a:p>
        </p:txBody>
      </p:sp>
      <p:sp>
        <p:nvSpPr>
          <p:cNvPr id="86" name="Google Shape;86;p16"/>
          <p:cNvSpPr txBox="1"/>
          <p:nvPr/>
        </p:nvSpPr>
        <p:spPr>
          <a:xfrm>
            <a:off x="5240775" y="291825"/>
            <a:ext cx="39276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800">
              <a:solidFill>
                <a:schemeClr val="dk1"/>
              </a:solidFill>
              <a:latin typeface="Open Sans"/>
              <a:ea typeface="Open Sans"/>
              <a:cs typeface="Open Sans"/>
              <a:sym typeface="Open Sans"/>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 name="Shape 90"/>
        <p:cNvGrpSpPr/>
        <p:nvPr/>
      </p:nvGrpSpPr>
      <p:grpSpPr>
        <a:xfrm>
          <a:off x="0" y="0"/>
          <a:ext cx="0" cy="0"/>
          <a:chOff x="0" y="0"/>
          <a:chExt cx="0" cy="0"/>
        </a:xfrm>
      </p:grpSpPr>
      <p:sp>
        <p:nvSpPr>
          <p:cNvPr id="91" name="Google Shape;91;p17"/>
          <p:cNvSpPr txBox="1"/>
          <p:nvPr>
            <p:ph type="title"/>
          </p:nvPr>
        </p:nvSpPr>
        <p:spPr>
          <a:xfrm>
            <a:off x="311700" y="315925"/>
            <a:ext cx="8520600" cy="8313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t/>
            </a:r>
            <a:endParaRPr/>
          </a:p>
        </p:txBody>
      </p:sp>
      <p:sp>
        <p:nvSpPr>
          <p:cNvPr id="92" name="Google Shape;92;p17"/>
          <p:cNvSpPr txBox="1"/>
          <p:nvPr>
            <p:ph idx="1" type="body"/>
          </p:nvPr>
        </p:nvSpPr>
        <p:spPr>
          <a:xfrm>
            <a:off x="311700" y="1225225"/>
            <a:ext cx="8520600" cy="33540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 name="Shape 96"/>
        <p:cNvGrpSpPr/>
        <p:nvPr/>
      </p:nvGrpSpPr>
      <p:grpSpPr>
        <a:xfrm>
          <a:off x="0" y="0"/>
          <a:ext cx="0" cy="0"/>
          <a:chOff x="0" y="0"/>
          <a:chExt cx="0" cy="0"/>
        </a:xfrm>
      </p:grpSpPr>
      <p:sp>
        <p:nvSpPr>
          <p:cNvPr id="97" name="Google Shape;97;p18"/>
          <p:cNvSpPr txBox="1"/>
          <p:nvPr>
            <p:ph idx="1" type="body"/>
          </p:nvPr>
        </p:nvSpPr>
        <p:spPr>
          <a:xfrm>
            <a:off x="6206175" y="918125"/>
            <a:ext cx="2562300" cy="4456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sz="1100">
              <a:solidFill>
                <a:schemeClr val="dk1"/>
              </a:solidFill>
            </a:endParaRPr>
          </a:p>
          <a:p>
            <a:pPr indent="-298450" lvl="0" marL="457200" rtl="0" algn="l">
              <a:spcBef>
                <a:spcPts val="0"/>
              </a:spcBef>
              <a:spcAft>
                <a:spcPts val="0"/>
              </a:spcAft>
              <a:buClr>
                <a:schemeClr val="dk1"/>
              </a:buClr>
              <a:buSzPts val="1100"/>
              <a:buAutoNum type="arabicPeriod"/>
            </a:pPr>
            <a:r>
              <a:rPr lang="en" sz="1100">
                <a:solidFill>
                  <a:schemeClr val="dk1"/>
                </a:solidFill>
              </a:rPr>
              <a:t>Black individuals are killed by police while unarmed at 2.6 times their population rate.</a:t>
            </a:r>
            <a:endParaRPr sz="1100">
              <a:solidFill>
                <a:schemeClr val="dk1"/>
              </a:solidFill>
            </a:endParaRPr>
          </a:p>
          <a:p>
            <a:pPr indent="0" lvl="0" marL="457200" rtl="0" algn="l">
              <a:spcBef>
                <a:spcPts val="0"/>
              </a:spcBef>
              <a:spcAft>
                <a:spcPts val="0"/>
              </a:spcAft>
              <a:buNone/>
            </a:pPr>
            <a:r>
              <a:t/>
            </a:r>
            <a:endParaRPr sz="1100">
              <a:solidFill>
                <a:schemeClr val="dk1"/>
              </a:solidFill>
            </a:endParaRPr>
          </a:p>
          <a:p>
            <a:pPr indent="-298450" lvl="0" marL="457200" rtl="0" algn="l">
              <a:spcBef>
                <a:spcPts val="0"/>
              </a:spcBef>
              <a:spcAft>
                <a:spcPts val="0"/>
              </a:spcAft>
              <a:buClr>
                <a:schemeClr val="dk1"/>
              </a:buClr>
              <a:buSzPts val="1100"/>
              <a:buAutoNum type="arabicPeriod"/>
            </a:pPr>
            <a:r>
              <a:rPr lang="en" sz="1100">
                <a:solidFill>
                  <a:schemeClr val="dk1"/>
                </a:solidFill>
              </a:rPr>
              <a:t>Other groups (White, Asian, Native) had rates lower than 1 relative to population</a:t>
            </a:r>
            <a:endParaRPr sz="1100">
              <a:solidFill>
                <a:schemeClr val="dk1"/>
              </a:solidFill>
            </a:endParaRPr>
          </a:p>
          <a:p>
            <a:pPr indent="0" lvl="0" marL="457200" rtl="0" algn="l">
              <a:spcBef>
                <a:spcPts val="0"/>
              </a:spcBef>
              <a:spcAft>
                <a:spcPts val="0"/>
              </a:spcAft>
              <a:buNone/>
            </a:pPr>
            <a:r>
              <a:t/>
            </a:r>
            <a:endParaRPr sz="1100">
              <a:solidFill>
                <a:schemeClr val="dk1"/>
              </a:solidFill>
            </a:endParaRPr>
          </a:p>
          <a:p>
            <a:pPr indent="-298450" lvl="0" marL="457200" rtl="0" algn="l">
              <a:spcBef>
                <a:spcPts val="0"/>
              </a:spcBef>
              <a:spcAft>
                <a:spcPts val="0"/>
              </a:spcAft>
              <a:buClr>
                <a:schemeClr val="dk1"/>
              </a:buClr>
              <a:buSzPts val="1100"/>
              <a:buAutoNum type="arabicPeriod"/>
            </a:pPr>
            <a:r>
              <a:rPr lang="en" sz="1100">
                <a:solidFill>
                  <a:schemeClr val="dk1"/>
                </a:solidFill>
              </a:rPr>
              <a:t>Suggests potential bias in handling unarmed encounters across races.</a:t>
            </a:r>
            <a:endParaRPr sz="1100">
              <a:solidFill>
                <a:schemeClr val="dk1"/>
              </a:solidFill>
            </a:endParaRPr>
          </a:p>
          <a:p>
            <a:pPr indent="0" lvl="0" marL="0" rtl="0" algn="l">
              <a:spcBef>
                <a:spcPts val="0"/>
              </a:spcBef>
              <a:spcAft>
                <a:spcPts val="1200"/>
              </a:spcAft>
              <a:buNone/>
            </a:pPr>
            <a:r>
              <a:t/>
            </a:r>
            <a:endParaRPr/>
          </a:p>
        </p:txBody>
      </p:sp>
      <p:pic>
        <p:nvPicPr>
          <p:cNvPr id="98" name="Google Shape;98;p18"/>
          <p:cNvPicPr preferRelativeResize="0"/>
          <p:nvPr/>
        </p:nvPicPr>
        <p:blipFill>
          <a:blip r:embed="rId3">
            <a:alphaModFix/>
          </a:blip>
          <a:stretch>
            <a:fillRect/>
          </a:stretch>
        </p:blipFill>
        <p:spPr>
          <a:xfrm>
            <a:off x="235950" y="918113"/>
            <a:ext cx="6031002" cy="3769376"/>
          </a:xfrm>
          <a:prstGeom prst="rect">
            <a:avLst/>
          </a:prstGeom>
          <a:noFill/>
          <a:ln>
            <a:noFill/>
          </a:ln>
        </p:spPr>
      </p:pic>
      <p:sp>
        <p:nvSpPr>
          <p:cNvPr id="99" name="Google Shape;99;p18"/>
          <p:cNvSpPr txBox="1"/>
          <p:nvPr/>
        </p:nvSpPr>
        <p:spPr>
          <a:xfrm>
            <a:off x="0" y="194575"/>
            <a:ext cx="9144000" cy="4311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1200"/>
              </a:spcAft>
              <a:buClr>
                <a:schemeClr val="dk1"/>
              </a:buClr>
              <a:buSzPts val="1100"/>
              <a:buFont typeface="Arial"/>
              <a:buNone/>
            </a:pPr>
            <a:r>
              <a:rPr b="1" lang="en" sz="1600">
                <a:solidFill>
                  <a:schemeClr val="dk1"/>
                </a:solidFill>
              </a:rPr>
              <a:t>Armed vs. Unarmed Disparities</a:t>
            </a:r>
            <a:endParaRPr sz="2000"/>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p19"/>
          <p:cNvSpPr txBox="1"/>
          <p:nvPr>
            <p:ph idx="1" type="body"/>
          </p:nvPr>
        </p:nvSpPr>
        <p:spPr>
          <a:xfrm>
            <a:off x="6225700" y="413425"/>
            <a:ext cx="2663100" cy="4158600"/>
          </a:xfrm>
          <a:prstGeom prst="rect">
            <a:avLst/>
          </a:prstGeom>
        </p:spPr>
        <p:txBody>
          <a:bodyPr anchorCtr="0" anchor="t" bIns="91425" lIns="91425" spcFirstLastPara="1" rIns="91425" wrap="square" tIns="91425">
            <a:normAutofit lnSpcReduction="10000"/>
          </a:bodyPr>
          <a:lstStyle/>
          <a:p>
            <a:pPr indent="-298450" lvl="0" marL="457200" rtl="0" algn="l">
              <a:spcBef>
                <a:spcPts val="1200"/>
              </a:spcBef>
              <a:spcAft>
                <a:spcPts val="0"/>
              </a:spcAft>
              <a:buClr>
                <a:schemeClr val="dk1"/>
              </a:buClr>
              <a:buSzPts val="1100"/>
              <a:buAutoNum type="arabicPeriod"/>
            </a:pPr>
            <a:r>
              <a:rPr lang="en" sz="1100">
                <a:solidFill>
                  <a:schemeClr val="dk1"/>
                </a:solidFill>
              </a:rPr>
              <a:t>Hispanic, Black, and White populations were analyzed as they had enough data to meet these conditions.                                                         </a:t>
            </a:r>
            <a:endParaRPr sz="1100">
              <a:solidFill>
                <a:schemeClr val="dk1"/>
              </a:solidFill>
            </a:endParaRPr>
          </a:p>
          <a:p>
            <a:pPr indent="-298450" lvl="0" marL="457200" rtl="0" algn="l">
              <a:spcBef>
                <a:spcPts val="0"/>
              </a:spcBef>
              <a:spcAft>
                <a:spcPts val="0"/>
              </a:spcAft>
              <a:buClr>
                <a:schemeClr val="dk1"/>
              </a:buClr>
              <a:buSzPts val="1100"/>
              <a:buAutoNum type="arabicPeriod"/>
            </a:pPr>
            <a:r>
              <a:rPr lang="en" sz="1100">
                <a:solidFill>
                  <a:schemeClr val="dk1"/>
                </a:solidFill>
              </a:rPr>
              <a:t>Among unarmed, non-attacking cases: </a:t>
            </a:r>
            <a:endParaRPr sz="1100">
              <a:solidFill>
                <a:schemeClr val="dk1"/>
              </a:solidFill>
            </a:endParaRPr>
          </a:p>
          <a:p>
            <a:pPr indent="-298450" lvl="0" marL="914400" rtl="0" algn="l">
              <a:spcBef>
                <a:spcPts val="0"/>
              </a:spcBef>
              <a:spcAft>
                <a:spcPts val="0"/>
              </a:spcAft>
              <a:buClr>
                <a:schemeClr val="dk1"/>
              </a:buClr>
              <a:buSzPts val="1100"/>
              <a:buChar char="●"/>
            </a:pPr>
            <a:r>
              <a:rPr lang="en" sz="1100">
                <a:solidFill>
                  <a:schemeClr val="dk1"/>
                </a:solidFill>
              </a:rPr>
              <a:t>4.8% of Hispanic individuals met these conditions.</a:t>
            </a:r>
            <a:endParaRPr sz="1100">
              <a:solidFill>
                <a:schemeClr val="dk1"/>
              </a:solidFill>
            </a:endParaRPr>
          </a:p>
          <a:p>
            <a:pPr indent="-298450" lvl="0" marL="914400" rtl="0" algn="l">
              <a:spcBef>
                <a:spcPts val="0"/>
              </a:spcBef>
              <a:spcAft>
                <a:spcPts val="0"/>
              </a:spcAft>
              <a:buClr>
                <a:schemeClr val="dk1"/>
              </a:buClr>
              <a:buSzPts val="1100"/>
              <a:buChar char="●"/>
            </a:pPr>
            <a:r>
              <a:rPr lang="en" sz="1100">
                <a:solidFill>
                  <a:schemeClr val="dk1"/>
                </a:solidFill>
              </a:rPr>
              <a:t>4.7% of Black individuals met these conditions.</a:t>
            </a:r>
            <a:endParaRPr sz="1100">
              <a:solidFill>
                <a:schemeClr val="dk1"/>
              </a:solidFill>
            </a:endParaRPr>
          </a:p>
          <a:p>
            <a:pPr indent="-298450" lvl="0" marL="914400" rtl="0" algn="l">
              <a:spcBef>
                <a:spcPts val="0"/>
              </a:spcBef>
              <a:spcAft>
                <a:spcPts val="0"/>
              </a:spcAft>
              <a:buClr>
                <a:schemeClr val="dk1"/>
              </a:buClr>
              <a:buSzPts val="1100"/>
              <a:buChar char="●"/>
            </a:pPr>
            <a:r>
              <a:rPr lang="en" sz="1100">
                <a:solidFill>
                  <a:schemeClr val="dk1"/>
                </a:solidFill>
              </a:rPr>
              <a:t>3.1% of White individuals met these conditions.</a:t>
            </a:r>
            <a:endParaRPr sz="1100">
              <a:solidFill>
                <a:schemeClr val="dk1"/>
              </a:solidFill>
            </a:endParaRPr>
          </a:p>
          <a:p>
            <a:pPr indent="0" lvl="0" marL="914400" rtl="0" algn="l">
              <a:spcBef>
                <a:spcPts val="0"/>
              </a:spcBef>
              <a:spcAft>
                <a:spcPts val="0"/>
              </a:spcAft>
              <a:buClr>
                <a:schemeClr val="dk1"/>
              </a:buClr>
              <a:buSzPts val="1100"/>
              <a:buFont typeface="Arial"/>
              <a:buNone/>
            </a:pPr>
            <a:r>
              <a:t/>
            </a:r>
            <a:endParaRPr sz="1100">
              <a:solidFill>
                <a:schemeClr val="dk1"/>
              </a:solidFill>
            </a:endParaRPr>
          </a:p>
          <a:p>
            <a:pPr indent="-298450" lvl="0" marL="457200" rtl="0" algn="l">
              <a:spcBef>
                <a:spcPts val="0"/>
              </a:spcBef>
              <a:spcAft>
                <a:spcPts val="0"/>
              </a:spcAft>
              <a:buClr>
                <a:schemeClr val="dk1"/>
              </a:buClr>
              <a:buSzPts val="1100"/>
              <a:buAutoNum type="arabicPeriod"/>
            </a:pPr>
            <a:r>
              <a:rPr lang="en" sz="1100">
                <a:solidFill>
                  <a:schemeClr val="dk1"/>
                </a:solidFill>
              </a:rPr>
              <a:t>Hispanic and Black individuals are 1.5 times more likely than White individuals to be killed while posing no apparent threat.</a:t>
            </a:r>
            <a:endParaRPr sz="1100">
              <a:solidFill>
                <a:schemeClr val="dk1"/>
              </a:solidFill>
            </a:endParaRPr>
          </a:p>
          <a:p>
            <a:pPr indent="0" lvl="0" marL="0" rtl="0" algn="l">
              <a:spcBef>
                <a:spcPts val="0"/>
              </a:spcBef>
              <a:spcAft>
                <a:spcPts val="0"/>
              </a:spcAft>
              <a:buNone/>
            </a:pPr>
            <a:r>
              <a:t/>
            </a:r>
            <a:endParaRPr sz="1100">
              <a:solidFill>
                <a:schemeClr val="dk1"/>
              </a:solidFill>
            </a:endParaRPr>
          </a:p>
        </p:txBody>
      </p:sp>
      <p:pic>
        <p:nvPicPr>
          <p:cNvPr id="105" name="Google Shape;105;p19"/>
          <p:cNvPicPr preferRelativeResize="0"/>
          <p:nvPr/>
        </p:nvPicPr>
        <p:blipFill>
          <a:blip r:embed="rId3">
            <a:alphaModFix/>
          </a:blip>
          <a:stretch>
            <a:fillRect/>
          </a:stretch>
        </p:blipFill>
        <p:spPr>
          <a:xfrm>
            <a:off x="175925" y="680908"/>
            <a:ext cx="6225700" cy="3891117"/>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sp>
        <p:nvSpPr>
          <p:cNvPr id="110" name="Google Shape;110;p20"/>
          <p:cNvSpPr txBox="1"/>
          <p:nvPr>
            <p:ph idx="1" type="body"/>
          </p:nvPr>
        </p:nvSpPr>
        <p:spPr>
          <a:xfrm>
            <a:off x="6468900" y="942450"/>
            <a:ext cx="2030700" cy="3258600"/>
          </a:xfrm>
          <a:prstGeom prst="rect">
            <a:avLst/>
          </a:prstGeom>
        </p:spPr>
        <p:txBody>
          <a:bodyPr anchorCtr="0" anchor="t" bIns="91425" lIns="91425" spcFirstLastPara="1" rIns="91425" wrap="square" tIns="91425">
            <a:normAutofit fontScale="92500" lnSpcReduction="20000"/>
          </a:bodyPr>
          <a:lstStyle/>
          <a:p>
            <a:pPr indent="0" lvl="0" marL="0" rtl="0" algn="l">
              <a:spcBef>
                <a:spcPts val="0"/>
              </a:spcBef>
              <a:spcAft>
                <a:spcPts val="0"/>
              </a:spcAft>
              <a:buNone/>
            </a:pPr>
            <a:r>
              <a:t/>
            </a:r>
            <a:endParaRPr sz="1100">
              <a:solidFill>
                <a:schemeClr val="dk1"/>
              </a:solidFill>
            </a:endParaRPr>
          </a:p>
          <a:p>
            <a:pPr indent="-293211" lvl="0" marL="457200" rtl="0" algn="l">
              <a:spcBef>
                <a:spcPts val="0"/>
              </a:spcBef>
              <a:spcAft>
                <a:spcPts val="0"/>
              </a:spcAft>
              <a:buClr>
                <a:schemeClr val="dk1"/>
              </a:buClr>
              <a:buSzPct val="100000"/>
              <a:buAutoNum type="arabicPeriod"/>
            </a:pPr>
            <a:r>
              <a:rPr b="1" lang="en" sz="1100">
                <a:solidFill>
                  <a:schemeClr val="dk1"/>
                </a:solidFill>
              </a:rPr>
              <a:t>Top States: </a:t>
            </a:r>
            <a:r>
              <a:rPr lang="en" sz="1100">
                <a:solidFill>
                  <a:schemeClr val="dk1"/>
                </a:solidFill>
              </a:rPr>
              <a:t>California, Florida, and Texas have the highest police killings per 100,000 people.</a:t>
            </a:r>
            <a:endParaRPr sz="1100">
              <a:solidFill>
                <a:schemeClr val="dk1"/>
              </a:solidFill>
            </a:endParaRPr>
          </a:p>
          <a:p>
            <a:pPr indent="0" lvl="0" marL="457200" rtl="0" algn="l">
              <a:spcBef>
                <a:spcPts val="0"/>
              </a:spcBef>
              <a:spcAft>
                <a:spcPts val="0"/>
              </a:spcAft>
              <a:buNone/>
            </a:pPr>
            <a:r>
              <a:t/>
            </a:r>
            <a:endParaRPr sz="1100">
              <a:solidFill>
                <a:schemeClr val="dk1"/>
              </a:solidFill>
            </a:endParaRPr>
          </a:p>
          <a:p>
            <a:pPr indent="-293211" lvl="0" marL="457200" rtl="0" algn="l">
              <a:spcBef>
                <a:spcPts val="0"/>
              </a:spcBef>
              <a:spcAft>
                <a:spcPts val="0"/>
              </a:spcAft>
              <a:buClr>
                <a:schemeClr val="dk1"/>
              </a:buClr>
              <a:buSzPct val="100000"/>
              <a:buAutoNum type="arabicPeriod"/>
            </a:pPr>
            <a:r>
              <a:rPr b="1" lang="en" sz="1100">
                <a:solidFill>
                  <a:schemeClr val="dk1"/>
                </a:solidFill>
              </a:rPr>
              <a:t>Most Affected:</a:t>
            </a:r>
            <a:r>
              <a:rPr lang="en" sz="1100">
                <a:solidFill>
                  <a:schemeClr val="dk1"/>
                </a:solidFill>
              </a:rPr>
              <a:t> White and Hispanic populations see the largest impacts in these states.</a:t>
            </a:r>
            <a:endParaRPr sz="1100">
              <a:solidFill>
                <a:schemeClr val="dk1"/>
              </a:solidFill>
            </a:endParaRPr>
          </a:p>
          <a:p>
            <a:pPr indent="0" lvl="0" marL="457200" rtl="0" algn="l">
              <a:spcBef>
                <a:spcPts val="0"/>
              </a:spcBef>
              <a:spcAft>
                <a:spcPts val="0"/>
              </a:spcAft>
              <a:buNone/>
            </a:pPr>
            <a:r>
              <a:t/>
            </a:r>
            <a:endParaRPr sz="1100">
              <a:solidFill>
                <a:schemeClr val="dk1"/>
              </a:solidFill>
            </a:endParaRPr>
          </a:p>
          <a:p>
            <a:pPr indent="-293211" lvl="0" marL="457200" rtl="0" algn="l">
              <a:spcBef>
                <a:spcPts val="0"/>
              </a:spcBef>
              <a:spcAft>
                <a:spcPts val="0"/>
              </a:spcAft>
              <a:buClr>
                <a:schemeClr val="dk1"/>
              </a:buClr>
              <a:buSzPct val="100000"/>
              <a:buAutoNum type="arabicPeriod"/>
            </a:pPr>
            <a:r>
              <a:rPr b="1" lang="en" sz="1100">
                <a:solidFill>
                  <a:schemeClr val="dk1"/>
                </a:solidFill>
              </a:rPr>
              <a:t>Racial Disparities: </a:t>
            </a:r>
            <a:r>
              <a:rPr lang="en" sz="1100">
                <a:solidFill>
                  <a:schemeClr val="dk1"/>
                </a:solidFill>
              </a:rPr>
              <a:t>Black populations consistently face higher rates, reflecting systemic patterns in police violence.</a:t>
            </a:r>
            <a:endParaRPr sz="1100">
              <a:solidFill>
                <a:schemeClr val="dk1"/>
              </a:solidFill>
            </a:endParaRPr>
          </a:p>
          <a:p>
            <a:pPr indent="0" lvl="0" marL="0" rtl="0" algn="l">
              <a:spcBef>
                <a:spcPts val="0"/>
              </a:spcBef>
              <a:spcAft>
                <a:spcPts val="1200"/>
              </a:spcAft>
              <a:buNone/>
            </a:pPr>
            <a:r>
              <a:t/>
            </a:r>
            <a:endParaRPr/>
          </a:p>
        </p:txBody>
      </p:sp>
      <p:pic>
        <p:nvPicPr>
          <p:cNvPr id="111" name="Google Shape;111;p20"/>
          <p:cNvPicPr preferRelativeResize="0"/>
          <p:nvPr/>
        </p:nvPicPr>
        <p:blipFill>
          <a:blip r:embed="rId3">
            <a:alphaModFix/>
          </a:blip>
          <a:stretch>
            <a:fillRect/>
          </a:stretch>
        </p:blipFill>
        <p:spPr>
          <a:xfrm>
            <a:off x="246325" y="942450"/>
            <a:ext cx="6611674" cy="3885343"/>
          </a:xfrm>
          <a:prstGeom prst="rect">
            <a:avLst/>
          </a:prstGeom>
          <a:noFill/>
          <a:ln>
            <a:noFill/>
          </a:ln>
        </p:spPr>
      </p:pic>
      <p:sp>
        <p:nvSpPr>
          <p:cNvPr id="112" name="Google Shape;112;p20"/>
          <p:cNvSpPr txBox="1"/>
          <p:nvPr/>
        </p:nvSpPr>
        <p:spPr>
          <a:xfrm>
            <a:off x="2286000" y="291825"/>
            <a:ext cx="4572000" cy="4311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1200"/>
              </a:spcAft>
              <a:buNone/>
            </a:pPr>
            <a:r>
              <a:rPr b="1" lang="en" sz="1600">
                <a:solidFill>
                  <a:schemeClr val="dk1"/>
                </a:solidFill>
                <a:latin typeface="Open Sans"/>
                <a:ea typeface="Open Sans"/>
                <a:cs typeface="Open Sans"/>
                <a:sym typeface="Open Sans"/>
              </a:rPr>
              <a:t>The Geography of Risk</a:t>
            </a:r>
            <a:endParaRPr sz="2200"/>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sp>
        <p:nvSpPr>
          <p:cNvPr id="117" name="Google Shape;117;p21"/>
          <p:cNvSpPr txBox="1"/>
          <p:nvPr>
            <p:ph idx="1" type="body"/>
          </p:nvPr>
        </p:nvSpPr>
        <p:spPr>
          <a:xfrm>
            <a:off x="6237850" y="693200"/>
            <a:ext cx="2650800" cy="36234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0"/>
              </a:spcAft>
              <a:buNone/>
            </a:pPr>
            <a:r>
              <a:t/>
            </a:r>
            <a:endParaRPr sz="1100">
              <a:solidFill>
                <a:schemeClr val="dk1"/>
              </a:solidFill>
            </a:endParaRPr>
          </a:p>
          <a:p>
            <a:pPr indent="-298450" lvl="0" marL="457200" rtl="0" algn="l">
              <a:spcBef>
                <a:spcPts val="0"/>
              </a:spcBef>
              <a:spcAft>
                <a:spcPts val="0"/>
              </a:spcAft>
              <a:buClr>
                <a:schemeClr val="dk1"/>
              </a:buClr>
              <a:buSzPts val="1100"/>
              <a:buAutoNum type="arabicPeriod"/>
            </a:pPr>
            <a:r>
              <a:rPr lang="en" sz="1100">
                <a:solidFill>
                  <a:schemeClr val="dk1"/>
                </a:solidFill>
              </a:rPr>
              <a:t>We f</a:t>
            </a:r>
            <a:r>
              <a:rPr lang="en" sz="1100">
                <a:solidFill>
                  <a:schemeClr val="dk1"/>
                </a:solidFill>
              </a:rPr>
              <a:t>ocused on White, Black, and Hispanic groups due to higher rates of police killings.</a:t>
            </a:r>
            <a:endParaRPr sz="1100">
              <a:solidFill>
                <a:schemeClr val="dk1"/>
              </a:solidFill>
            </a:endParaRPr>
          </a:p>
          <a:p>
            <a:pPr indent="0" lvl="0" marL="457200" rtl="0" algn="l">
              <a:spcBef>
                <a:spcPts val="0"/>
              </a:spcBef>
              <a:spcAft>
                <a:spcPts val="0"/>
              </a:spcAft>
              <a:buNone/>
            </a:pPr>
            <a:r>
              <a:t/>
            </a:r>
            <a:endParaRPr sz="1100">
              <a:solidFill>
                <a:schemeClr val="dk1"/>
              </a:solidFill>
            </a:endParaRPr>
          </a:p>
          <a:p>
            <a:pPr indent="-298450" lvl="0" marL="457200" rtl="0" algn="l">
              <a:spcBef>
                <a:spcPts val="0"/>
              </a:spcBef>
              <a:spcAft>
                <a:spcPts val="0"/>
              </a:spcAft>
              <a:buClr>
                <a:schemeClr val="dk1"/>
              </a:buClr>
              <a:buSzPts val="1100"/>
              <a:buAutoNum type="arabicPeriod"/>
            </a:pPr>
            <a:r>
              <a:rPr b="1" lang="en" sz="1100">
                <a:solidFill>
                  <a:schemeClr val="dk1"/>
                </a:solidFill>
              </a:rPr>
              <a:t>Black Populations</a:t>
            </a:r>
            <a:r>
              <a:rPr lang="en" sz="1100">
                <a:solidFill>
                  <a:schemeClr val="dk1"/>
                </a:solidFill>
              </a:rPr>
              <a:t>: Highest rates in the Mountain region, with a significant outlier showing increased risk.</a:t>
            </a:r>
            <a:endParaRPr sz="1100">
              <a:solidFill>
                <a:schemeClr val="dk1"/>
              </a:solidFill>
            </a:endParaRPr>
          </a:p>
          <a:p>
            <a:pPr indent="0" lvl="0" marL="457200" rtl="0" algn="l">
              <a:spcBef>
                <a:spcPts val="0"/>
              </a:spcBef>
              <a:spcAft>
                <a:spcPts val="0"/>
              </a:spcAft>
              <a:buNone/>
            </a:pPr>
            <a:r>
              <a:t/>
            </a:r>
            <a:endParaRPr sz="1100">
              <a:solidFill>
                <a:schemeClr val="dk1"/>
              </a:solidFill>
            </a:endParaRPr>
          </a:p>
          <a:p>
            <a:pPr indent="-298450" lvl="0" marL="457200" rtl="0" algn="l">
              <a:spcBef>
                <a:spcPts val="0"/>
              </a:spcBef>
              <a:spcAft>
                <a:spcPts val="0"/>
              </a:spcAft>
              <a:buClr>
                <a:schemeClr val="dk1"/>
              </a:buClr>
              <a:buSzPts val="1100"/>
              <a:buAutoNum type="arabicPeriod"/>
            </a:pPr>
            <a:r>
              <a:rPr b="1" lang="en" sz="1100">
                <a:solidFill>
                  <a:schemeClr val="dk1"/>
                </a:solidFill>
              </a:rPr>
              <a:t>Hispanic Populations</a:t>
            </a:r>
            <a:r>
              <a:rPr lang="en" sz="1100">
                <a:solidFill>
                  <a:schemeClr val="dk1"/>
                </a:solidFill>
              </a:rPr>
              <a:t>: Highest rates on the West Coast, reflecting risks in areas with large Hispanic populations.</a:t>
            </a:r>
            <a:endParaRPr sz="1100">
              <a:solidFill>
                <a:schemeClr val="dk1"/>
              </a:solidFill>
            </a:endParaRPr>
          </a:p>
          <a:p>
            <a:pPr indent="0" lvl="0" marL="457200" rtl="0" algn="l">
              <a:spcBef>
                <a:spcPts val="0"/>
              </a:spcBef>
              <a:spcAft>
                <a:spcPts val="0"/>
              </a:spcAft>
              <a:buNone/>
            </a:pPr>
            <a:r>
              <a:t/>
            </a:r>
            <a:endParaRPr sz="1100">
              <a:solidFill>
                <a:schemeClr val="dk1"/>
              </a:solidFill>
            </a:endParaRPr>
          </a:p>
          <a:p>
            <a:pPr indent="-298450" lvl="0" marL="457200" rtl="0" algn="l">
              <a:spcBef>
                <a:spcPts val="0"/>
              </a:spcBef>
              <a:spcAft>
                <a:spcPts val="0"/>
              </a:spcAft>
              <a:buClr>
                <a:schemeClr val="dk1"/>
              </a:buClr>
              <a:buSzPts val="1100"/>
              <a:buAutoNum type="arabicPeriod"/>
            </a:pPr>
            <a:r>
              <a:rPr b="1" lang="en" sz="1100">
                <a:solidFill>
                  <a:schemeClr val="dk1"/>
                </a:solidFill>
              </a:rPr>
              <a:t>White Populations: </a:t>
            </a:r>
            <a:r>
              <a:rPr lang="en" sz="1100">
                <a:solidFill>
                  <a:schemeClr val="dk1"/>
                </a:solidFill>
              </a:rPr>
              <a:t>Highest rates in the Pacific region, with less variability than other groups.</a:t>
            </a:r>
            <a:r>
              <a:rPr lang="en" sz="1100">
                <a:solidFill>
                  <a:schemeClr val="dk1"/>
                </a:solidFill>
              </a:rPr>
              <a:t>.</a:t>
            </a:r>
            <a:endParaRPr/>
          </a:p>
        </p:txBody>
      </p:sp>
      <p:pic>
        <p:nvPicPr>
          <p:cNvPr id="118" name="Google Shape;118;p21"/>
          <p:cNvPicPr preferRelativeResize="0"/>
          <p:nvPr/>
        </p:nvPicPr>
        <p:blipFill>
          <a:blip r:embed="rId3">
            <a:alphaModFix/>
          </a:blip>
          <a:stretch>
            <a:fillRect/>
          </a:stretch>
        </p:blipFill>
        <p:spPr>
          <a:xfrm>
            <a:off x="222825" y="693200"/>
            <a:ext cx="6485473" cy="3901149"/>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p22"/>
          <p:cNvSpPr txBox="1"/>
          <p:nvPr>
            <p:ph idx="1" type="body"/>
          </p:nvPr>
        </p:nvSpPr>
        <p:spPr>
          <a:xfrm>
            <a:off x="6371625" y="310050"/>
            <a:ext cx="2505000" cy="4523400"/>
          </a:xfrm>
          <a:prstGeom prst="rect">
            <a:avLst/>
          </a:prstGeom>
        </p:spPr>
        <p:txBody>
          <a:bodyPr anchorCtr="0" anchor="t" bIns="91425" lIns="91425" spcFirstLastPara="1" rIns="91425" wrap="square" tIns="91425">
            <a:normAutofit lnSpcReduction="20000"/>
          </a:bodyPr>
          <a:lstStyle/>
          <a:p>
            <a:pPr indent="-298450" lvl="0" marL="457200" rtl="0" algn="l">
              <a:spcBef>
                <a:spcPts val="0"/>
              </a:spcBef>
              <a:spcAft>
                <a:spcPts val="0"/>
              </a:spcAft>
              <a:buClr>
                <a:schemeClr val="dk1"/>
              </a:buClr>
              <a:buSzPts val="1100"/>
              <a:buAutoNum type="arabicPeriod"/>
            </a:pPr>
            <a:r>
              <a:rPr b="1" lang="en" sz="1100">
                <a:solidFill>
                  <a:schemeClr val="dk1"/>
                </a:solidFill>
              </a:rPr>
              <a:t>Visualizing High-Risk Profiles:</a:t>
            </a:r>
            <a:r>
              <a:rPr lang="en" sz="1100">
                <a:solidFill>
                  <a:schemeClr val="dk1"/>
                </a:solidFill>
              </a:rPr>
              <a:t> A choropleth map highlights police killings across top high-risk groups (e.g., Black, Hispanic, White males) and lower income levels, with color intensity showing the frequency of killings.</a:t>
            </a:r>
            <a:endParaRPr sz="1100">
              <a:solidFill>
                <a:schemeClr val="dk1"/>
              </a:solidFill>
            </a:endParaRPr>
          </a:p>
          <a:p>
            <a:pPr indent="-298450" lvl="0" marL="457200" rtl="0" algn="l">
              <a:spcBef>
                <a:spcPts val="0"/>
              </a:spcBef>
              <a:spcAft>
                <a:spcPts val="0"/>
              </a:spcAft>
              <a:buClr>
                <a:schemeClr val="dk1"/>
              </a:buClr>
              <a:buSzPts val="1100"/>
              <a:buAutoNum type="arabicPeriod"/>
            </a:pPr>
            <a:r>
              <a:rPr b="1" lang="en" sz="1100">
                <a:solidFill>
                  <a:schemeClr val="dk1"/>
                </a:solidFill>
              </a:rPr>
              <a:t>Interactive Analysis:</a:t>
            </a:r>
            <a:r>
              <a:rPr lang="en" sz="1100">
                <a:solidFill>
                  <a:schemeClr val="dk1"/>
                </a:solidFill>
              </a:rPr>
              <a:t> The map’s filters (e.g., race, gender, income) allow users to explore how risk varies across geographic regions.</a:t>
            </a:r>
            <a:endParaRPr sz="1100">
              <a:solidFill>
                <a:schemeClr val="dk1"/>
              </a:solidFill>
            </a:endParaRPr>
          </a:p>
          <a:p>
            <a:pPr indent="-298450" lvl="0" marL="457200" rtl="0" algn="l">
              <a:spcBef>
                <a:spcPts val="0"/>
              </a:spcBef>
              <a:spcAft>
                <a:spcPts val="0"/>
              </a:spcAft>
              <a:buClr>
                <a:schemeClr val="dk1"/>
              </a:buClr>
              <a:buSzPts val="1100"/>
              <a:buAutoNum type="arabicPeriod"/>
            </a:pPr>
            <a:r>
              <a:rPr b="1" lang="en" sz="1100">
                <a:solidFill>
                  <a:schemeClr val="dk1"/>
                </a:solidFill>
              </a:rPr>
              <a:t>Compounded Risk Factors:</a:t>
            </a:r>
            <a:r>
              <a:rPr lang="en" sz="1100">
                <a:solidFill>
                  <a:schemeClr val="dk1"/>
                </a:solidFill>
              </a:rPr>
              <a:t> Geographic layers reveal compounded vulnerabilities, showing how race, gender, and socioeconomic status heighten risk in certain states and cities.</a:t>
            </a:r>
            <a:endParaRPr sz="1100">
              <a:solidFill>
                <a:schemeClr val="dk1"/>
              </a:solidFill>
            </a:endParaRPr>
          </a:p>
          <a:p>
            <a:pPr indent="-298450" lvl="0" marL="457200" rtl="0" algn="l">
              <a:spcBef>
                <a:spcPts val="0"/>
              </a:spcBef>
              <a:spcAft>
                <a:spcPts val="0"/>
              </a:spcAft>
              <a:buClr>
                <a:schemeClr val="dk1"/>
              </a:buClr>
              <a:buSzPts val="1100"/>
              <a:buAutoNum type="arabicPeriod"/>
            </a:pPr>
            <a:r>
              <a:rPr b="1" lang="en" sz="1100">
                <a:solidFill>
                  <a:schemeClr val="dk1"/>
                </a:solidFill>
              </a:rPr>
              <a:t>Policy Implications: </a:t>
            </a:r>
            <a:r>
              <a:rPr lang="en" sz="1100">
                <a:solidFill>
                  <a:schemeClr val="dk1"/>
                </a:solidFill>
              </a:rPr>
              <a:t>Insights can guide resource allocation, training, and community policies, helping target interventions where they’re most needed.</a:t>
            </a:r>
            <a:endParaRPr sz="1100">
              <a:solidFill>
                <a:schemeClr val="dk1"/>
              </a:solidFill>
            </a:endParaRPr>
          </a:p>
        </p:txBody>
      </p:sp>
      <p:pic>
        <p:nvPicPr>
          <p:cNvPr id="124" name="Google Shape;124;p22"/>
          <p:cNvPicPr preferRelativeResize="0"/>
          <p:nvPr/>
        </p:nvPicPr>
        <p:blipFill rotWithShape="1">
          <a:blip r:embed="rId3">
            <a:alphaModFix/>
          </a:blip>
          <a:srcRect b="8667" l="0" r="0" t="0"/>
          <a:stretch/>
        </p:blipFill>
        <p:spPr>
          <a:xfrm>
            <a:off x="97275" y="310050"/>
            <a:ext cx="6639672" cy="4287499"/>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sp>
        <p:nvSpPr>
          <p:cNvPr id="129" name="Google Shape;129;p23"/>
          <p:cNvSpPr txBox="1"/>
          <p:nvPr>
            <p:ph idx="1" type="body"/>
          </p:nvPr>
        </p:nvSpPr>
        <p:spPr>
          <a:xfrm>
            <a:off x="413425" y="3618000"/>
            <a:ext cx="8675100" cy="15255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0"/>
              </a:spcAft>
              <a:buNone/>
            </a:pPr>
            <a:r>
              <a:rPr b="1" lang="en" sz="1100">
                <a:solidFill>
                  <a:schemeClr val="dk1"/>
                </a:solidFill>
              </a:rPr>
              <a:t>Disproportionate Impact on Black Men:</a:t>
            </a:r>
            <a:r>
              <a:rPr lang="en" sz="1100">
                <a:solidFill>
                  <a:schemeClr val="dk1"/>
                </a:solidFill>
              </a:rPr>
              <a:t> Black men are overrepresented in police killings across all income levels, highlighting systemic biases.</a:t>
            </a:r>
            <a:endParaRPr sz="1100">
              <a:solidFill>
                <a:schemeClr val="dk1"/>
              </a:solidFill>
            </a:endParaRPr>
          </a:p>
          <a:p>
            <a:pPr indent="0" lvl="0" marL="0" rtl="0" algn="l">
              <a:spcBef>
                <a:spcPts val="0"/>
              </a:spcBef>
              <a:spcAft>
                <a:spcPts val="0"/>
              </a:spcAft>
              <a:buNone/>
            </a:pPr>
            <a:r>
              <a:rPr b="1" lang="en" sz="1100"/>
              <a:t>I</a:t>
            </a:r>
            <a:r>
              <a:rPr b="1" lang="en" sz="1100">
                <a:solidFill>
                  <a:schemeClr val="dk1"/>
                </a:solidFill>
              </a:rPr>
              <a:t>ncome and Race Link:</a:t>
            </a:r>
            <a:r>
              <a:rPr lang="en" sz="1100">
                <a:solidFill>
                  <a:schemeClr val="dk1"/>
                </a:solidFill>
              </a:rPr>
              <a:t> The highest percentage of Black men killed by police falls within the lowest income bracket, showing a socioeconomic dimension.</a:t>
            </a:r>
            <a:endParaRPr sz="1100">
              <a:solidFill>
                <a:schemeClr val="dk1"/>
              </a:solidFill>
            </a:endParaRPr>
          </a:p>
          <a:p>
            <a:pPr indent="0" lvl="0" marL="0" rtl="0" algn="l">
              <a:spcBef>
                <a:spcPts val="0"/>
              </a:spcBef>
              <a:spcAft>
                <a:spcPts val="0"/>
              </a:spcAft>
              <a:buNone/>
            </a:pPr>
            <a:r>
              <a:rPr b="1" lang="en" sz="1100">
                <a:solidFill>
                  <a:schemeClr val="dk1"/>
                </a:solidFill>
              </a:rPr>
              <a:t>Gender and Racial Gap:</a:t>
            </a:r>
            <a:r>
              <a:rPr lang="en" sz="1100">
                <a:solidFill>
                  <a:schemeClr val="dk1"/>
                </a:solidFill>
              </a:rPr>
              <a:t> Black men are far more likely to be killed by police than Black women, and while White men have a higher total number, Black men are disproportionately affected.</a:t>
            </a:r>
            <a:endParaRPr sz="1100">
              <a:solidFill>
                <a:schemeClr val="dk1"/>
              </a:solidFill>
            </a:endParaRPr>
          </a:p>
          <a:p>
            <a:pPr indent="0" lvl="0" marL="0" rtl="0" algn="l">
              <a:spcBef>
                <a:spcPts val="0"/>
              </a:spcBef>
              <a:spcAft>
                <a:spcPts val="0"/>
              </a:spcAft>
              <a:buNone/>
            </a:pPr>
            <a:r>
              <a:rPr b="1" lang="en" sz="1100">
                <a:solidFill>
                  <a:schemeClr val="dk1"/>
                </a:solidFill>
              </a:rPr>
              <a:t>Contributing Factors:</a:t>
            </a:r>
            <a:r>
              <a:rPr lang="en" sz="1100">
                <a:solidFill>
                  <a:schemeClr val="dk1"/>
                </a:solidFill>
              </a:rPr>
              <a:t> Implicit bias, socioeconomic challenges, and over-policing in minority communities may contribute to these disparities.</a:t>
            </a:r>
            <a:endParaRPr sz="1100">
              <a:solidFill>
                <a:schemeClr val="dk1"/>
              </a:solidFill>
            </a:endParaRPr>
          </a:p>
        </p:txBody>
      </p:sp>
      <p:sp>
        <p:nvSpPr>
          <p:cNvPr id="130" name="Google Shape;130;p23"/>
          <p:cNvSpPr txBox="1"/>
          <p:nvPr/>
        </p:nvSpPr>
        <p:spPr>
          <a:xfrm>
            <a:off x="0" y="0"/>
            <a:ext cx="9144000" cy="4311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1200"/>
              </a:spcAft>
              <a:buNone/>
            </a:pPr>
            <a:r>
              <a:rPr b="1" lang="en" sz="1600">
                <a:solidFill>
                  <a:schemeClr val="dk1"/>
                </a:solidFill>
                <a:latin typeface="Open Sans"/>
                <a:ea typeface="Open Sans"/>
                <a:cs typeface="Open Sans"/>
                <a:sym typeface="Open Sans"/>
              </a:rPr>
              <a:t>When Factors Collide: The Intersectionality Analysis</a:t>
            </a:r>
            <a:endParaRPr sz="1900"/>
          </a:p>
        </p:txBody>
      </p:sp>
      <p:pic>
        <p:nvPicPr>
          <p:cNvPr id="131" name="Google Shape;131;p23"/>
          <p:cNvPicPr preferRelativeResize="0"/>
          <p:nvPr/>
        </p:nvPicPr>
        <p:blipFill>
          <a:blip r:embed="rId3">
            <a:alphaModFix/>
          </a:blip>
          <a:stretch>
            <a:fillRect/>
          </a:stretch>
        </p:blipFill>
        <p:spPr>
          <a:xfrm>
            <a:off x="1433950" y="583500"/>
            <a:ext cx="6060426" cy="288210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 name="Shape 135"/>
        <p:cNvGrpSpPr/>
        <p:nvPr/>
      </p:nvGrpSpPr>
      <p:grpSpPr>
        <a:xfrm>
          <a:off x="0" y="0"/>
          <a:ext cx="0" cy="0"/>
          <a:chOff x="0" y="0"/>
          <a:chExt cx="0" cy="0"/>
        </a:xfrm>
      </p:grpSpPr>
      <p:sp>
        <p:nvSpPr>
          <p:cNvPr id="136" name="Google Shape;136;p24"/>
          <p:cNvSpPr txBox="1"/>
          <p:nvPr/>
        </p:nvSpPr>
        <p:spPr>
          <a:xfrm>
            <a:off x="753900" y="1094375"/>
            <a:ext cx="7453800" cy="3201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solidFill>
                  <a:schemeClr val="dk1"/>
                </a:solidFill>
              </a:rPr>
              <a:t>Key Takeaway</a:t>
            </a:r>
            <a:r>
              <a:rPr lang="en">
                <a:solidFill>
                  <a:schemeClr val="dk1"/>
                </a:solidFill>
              </a:rPr>
              <a:t>: Police killings reveal significant disparities across racial, socioeconomic, and geographic dimensions, </a:t>
            </a:r>
            <a:r>
              <a:rPr lang="en">
                <a:solidFill>
                  <a:schemeClr val="dk1"/>
                </a:solidFill>
              </a:rPr>
              <a:t>underlying</a:t>
            </a:r>
            <a:r>
              <a:rPr lang="en">
                <a:solidFill>
                  <a:schemeClr val="dk1"/>
                </a:solidFill>
              </a:rPr>
              <a:t> systemic inequalities that impact vulnerable communities.</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b="1" lang="en">
                <a:solidFill>
                  <a:schemeClr val="dk1"/>
                </a:solidFill>
              </a:rPr>
              <a:t>The Role of Intersectionality</a:t>
            </a:r>
            <a:r>
              <a:rPr lang="en">
                <a:solidFill>
                  <a:schemeClr val="dk1"/>
                </a:solidFill>
              </a:rPr>
              <a:t>: The compounded risks faced by individuals at the intersection of race, low income, and other demographic factors highlight the need for a more nuanced understanding of these inequalities.</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b="1" lang="en">
                <a:solidFill>
                  <a:schemeClr val="dk1"/>
                </a:solidFill>
              </a:rPr>
              <a:t>Call for Action</a:t>
            </a:r>
            <a:r>
              <a:rPr lang="en">
                <a:solidFill>
                  <a:schemeClr val="dk1"/>
                </a:solidFill>
              </a:rPr>
              <a:t>: Addressing these disparities requires comprehensive policy reform, focusing on equity, accountability, and bias reduction in law enforcement practices.</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b="1" lang="en">
                <a:solidFill>
                  <a:schemeClr val="dk1"/>
                </a:solidFill>
              </a:rPr>
              <a:t>Future Implications</a:t>
            </a:r>
            <a:r>
              <a:rPr lang="en">
                <a:solidFill>
                  <a:schemeClr val="dk1"/>
                </a:solidFill>
              </a:rPr>
              <a:t>: Continued research and advocacy are crucial for promoting justice and creating safer environments for all, irrespective of race, socioeconomic status, or other intersecting factors.</a:t>
            </a:r>
            <a:endParaRPr>
              <a:solidFill>
                <a:schemeClr val="dk1"/>
              </a:solidFill>
            </a:endParaRPr>
          </a:p>
        </p:txBody>
      </p:sp>
      <p:sp>
        <p:nvSpPr>
          <p:cNvPr id="137" name="Google Shape;137;p24"/>
          <p:cNvSpPr txBox="1"/>
          <p:nvPr>
            <p:ph type="title"/>
          </p:nvPr>
        </p:nvSpPr>
        <p:spPr>
          <a:xfrm>
            <a:off x="311700" y="315925"/>
            <a:ext cx="8520600" cy="681300"/>
          </a:xfrm>
          <a:prstGeom prst="rect">
            <a:avLst/>
          </a:prstGeom>
        </p:spPr>
        <p:txBody>
          <a:bodyPr anchorCtr="0" anchor="b" bIns="91425" lIns="91425" spcFirstLastPara="1" rIns="91425" wrap="square" tIns="91425">
            <a:normAutofit fontScale="90000"/>
          </a:bodyPr>
          <a:lstStyle/>
          <a:p>
            <a:pPr indent="0" lvl="0" marL="0" rtl="0" algn="ctr">
              <a:spcBef>
                <a:spcPts val="0"/>
              </a:spcBef>
              <a:spcAft>
                <a:spcPts val="0"/>
              </a:spcAft>
              <a:buNone/>
            </a:pPr>
            <a:r>
              <a:rPr lang="en"/>
              <a:t>CONCLUSION</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Luxe">
  <a:themeElements>
    <a:clrScheme name="Luxe">
      <a:dk1>
        <a:srgbClr val="000000"/>
      </a:dk1>
      <a:lt1>
        <a:srgbClr val="FFFFFF"/>
      </a:lt1>
      <a:dk2>
        <a:srgbClr val="B7B7B7"/>
      </a:dk2>
      <a:lt2>
        <a:srgbClr val="CCA677"/>
      </a:lt2>
      <a:accent1>
        <a:srgbClr val="5D4037"/>
      </a:accent1>
      <a:accent2>
        <a:srgbClr val="455A64"/>
      </a:accent2>
      <a:accent3>
        <a:srgbClr val="57BB8A"/>
      </a:accent3>
      <a:accent4>
        <a:srgbClr val="78909C"/>
      </a:accent4>
      <a:accent5>
        <a:srgbClr val="607D8B"/>
      </a:accent5>
      <a:accent6>
        <a:srgbClr val="DCE755"/>
      </a:accent6>
      <a:hlink>
        <a:srgbClr val="607D8B"/>
      </a:hlink>
      <a:folHlink>
        <a:srgbClr val="607D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